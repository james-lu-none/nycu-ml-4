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96" r:id="rId4"/>
    <p:sldId id="300" r:id="rId5"/>
    <p:sldId id="258" r:id="rId6"/>
    <p:sldId id="277" r:id="rId7"/>
    <p:sldId id="268" r:id="rId8"/>
    <p:sldId id="288" r:id="rId9"/>
    <p:sldId id="272" r:id="rId10"/>
    <p:sldId id="273" r:id="rId11"/>
    <p:sldId id="305" r:id="rId12"/>
    <p:sldId id="303" r:id="rId13"/>
    <p:sldId id="307" r:id="rId14"/>
    <p:sldId id="306" r:id="rId15"/>
    <p:sldId id="304" r:id="rId16"/>
    <p:sldId id="310" r:id="rId17"/>
    <p:sldId id="311" r:id="rId18"/>
    <p:sldId id="312" r:id="rId19"/>
    <p:sldId id="309" r:id="rId20"/>
    <p:sldId id="313" r:id="rId21"/>
    <p:sldId id="314" r:id="rId22"/>
    <p:sldId id="299" r:id="rId2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77D3F3-F589-42AA-8CE7-FC57AAACD6D9}" v="161" dt="2025-12-17T03:40:27.370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 autoAdjust="0"/>
    <p:restoredTop sz="94660"/>
  </p:normalViewPr>
  <p:slideViewPr>
    <p:cSldViewPr snapToGrid="0">
      <p:cViewPr varScale="1">
        <p:scale>
          <a:sx n="78" d="100"/>
          <a:sy n="78" d="100"/>
        </p:scale>
        <p:origin x="9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楷勛 盧" userId="d2779f25f74474fc" providerId="LiveId" clId="{01C2F771-7367-4BC5-ABFE-EF493167A2D7}"/>
    <pc:docChg chg="undo redo custSel addSld delSld modSld sldOrd">
      <pc:chgData name="楷勛 盧" userId="d2779f25f74474fc" providerId="LiveId" clId="{01C2F771-7367-4BC5-ABFE-EF493167A2D7}" dt="2025-12-17T03:40:27.370" v="8637" actId="1076"/>
      <pc:docMkLst>
        <pc:docMk/>
      </pc:docMkLst>
      <pc:sldChg chg="modSp mod">
        <pc:chgData name="楷勛 盧" userId="d2779f25f74474fc" providerId="LiveId" clId="{01C2F771-7367-4BC5-ABFE-EF493167A2D7}" dt="2025-12-16T09:23:53.256" v="4984" actId="108"/>
        <pc:sldMkLst>
          <pc:docMk/>
          <pc:sldMk cId="965449141" sldId="256"/>
        </pc:sldMkLst>
        <pc:spChg chg="mod">
          <ac:chgData name="楷勛 盧" userId="d2779f25f74474fc" providerId="LiveId" clId="{01C2F771-7367-4BC5-ABFE-EF493167A2D7}" dt="2025-12-16T09:23:53.256" v="4984" actId="108"/>
          <ac:spMkLst>
            <pc:docMk/>
            <pc:sldMk cId="965449141" sldId="256"/>
            <ac:spMk id="2" creationId="{1ACE5842-C773-4676-CDA8-9BA829D9609F}"/>
          </ac:spMkLst>
        </pc:spChg>
      </pc:sldChg>
      <pc:sldChg chg="modSp mod">
        <pc:chgData name="楷勛 盧" userId="d2779f25f74474fc" providerId="LiveId" clId="{01C2F771-7367-4BC5-ABFE-EF493167A2D7}" dt="2025-12-16T09:29:08.094" v="5109" actId="20577"/>
        <pc:sldMkLst>
          <pc:docMk/>
          <pc:sldMk cId="2251710141" sldId="257"/>
        </pc:sldMkLst>
        <pc:spChg chg="mod">
          <ac:chgData name="楷勛 盧" userId="d2779f25f74474fc" providerId="LiveId" clId="{01C2F771-7367-4BC5-ABFE-EF493167A2D7}" dt="2025-12-16T09:29:08.094" v="5109" actId="20577"/>
          <ac:spMkLst>
            <pc:docMk/>
            <pc:sldMk cId="2251710141" sldId="257"/>
            <ac:spMk id="3" creationId="{6137BBF2-9F11-B6D6-22E3-C244F2FE5F5C}"/>
          </ac:spMkLst>
        </pc:spChg>
      </pc:sldChg>
      <pc:sldChg chg="addSp delSp modSp mod">
        <pc:chgData name="楷勛 盧" userId="d2779f25f74474fc" providerId="LiveId" clId="{01C2F771-7367-4BC5-ABFE-EF493167A2D7}" dt="2025-12-16T14:03:04.744" v="8250" actId="27636"/>
        <pc:sldMkLst>
          <pc:docMk/>
          <pc:sldMk cId="140537413" sldId="258"/>
        </pc:sldMkLst>
        <pc:spChg chg="mod">
          <ac:chgData name="楷勛 盧" userId="d2779f25f74474fc" providerId="LiveId" clId="{01C2F771-7367-4BC5-ABFE-EF493167A2D7}" dt="2025-12-02T06:08:42.779" v="2245" actId="20577"/>
          <ac:spMkLst>
            <pc:docMk/>
            <pc:sldMk cId="140537413" sldId="258"/>
            <ac:spMk id="2" creationId="{3205A8C0-4CBE-7D77-63C0-5F5297716E23}"/>
          </ac:spMkLst>
        </pc:spChg>
        <pc:spChg chg="mod">
          <ac:chgData name="楷勛 盧" userId="d2779f25f74474fc" providerId="LiveId" clId="{01C2F771-7367-4BC5-ABFE-EF493167A2D7}" dt="2025-12-16T14:03:04.744" v="8250" actId="27636"/>
          <ac:spMkLst>
            <pc:docMk/>
            <pc:sldMk cId="140537413" sldId="258"/>
            <ac:spMk id="3" creationId="{BA775D62-500B-546B-4EC4-6E6E132D5234}"/>
          </ac:spMkLst>
        </pc:spChg>
        <pc:picChg chg="add del mod ord">
          <ac:chgData name="楷勛 盧" userId="d2779f25f74474fc" providerId="LiveId" clId="{01C2F771-7367-4BC5-ABFE-EF493167A2D7}" dt="2025-12-16T09:40:10.789" v="5113" actId="478"/>
          <ac:picMkLst>
            <pc:docMk/>
            <pc:sldMk cId="140537413" sldId="258"/>
            <ac:picMk id="7" creationId="{C08F302D-4063-81E9-BFB3-116656A40640}"/>
          </ac:picMkLst>
        </pc:picChg>
        <pc:picChg chg="add mod">
          <ac:chgData name="楷勛 盧" userId="d2779f25f74474fc" providerId="LiveId" clId="{01C2F771-7367-4BC5-ABFE-EF493167A2D7}" dt="2025-12-16T09:54:58.187" v="5197" actId="1076"/>
          <ac:picMkLst>
            <pc:docMk/>
            <pc:sldMk cId="140537413" sldId="258"/>
            <ac:picMk id="1026" creationId="{0D4AA0C3-B86F-AFED-B950-76ACC9917008}"/>
          </ac:picMkLst>
        </pc:picChg>
      </pc:sldChg>
      <pc:sldChg chg="del">
        <pc:chgData name="楷勛 盧" userId="d2779f25f74474fc" providerId="LiveId" clId="{01C2F771-7367-4BC5-ABFE-EF493167A2D7}" dt="2025-12-16T09:56:26.054" v="5203" actId="47"/>
        <pc:sldMkLst>
          <pc:docMk/>
          <pc:sldMk cId="2148147447" sldId="259"/>
        </pc:sldMkLst>
      </pc:sldChg>
      <pc:sldChg chg="addSp modSp add del mod">
        <pc:chgData name="楷勛 盧" userId="d2779f25f74474fc" providerId="LiveId" clId="{01C2F771-7367-4BC5-ABFE-EF493167A2D7}" dt="2025-12-16T09:58:18.739" v="5221" actId="47"/>
        <pc:sldMkLst>
          <pc:docMk/>
          <pc:sldMk cId="3512217643" sldId="261"/>
        </pc:sldMkLst>
      </pc:sldChg>
      <pc:sldChg chg="addSp delSp modSp del mod">
        <pc:chgData name="楷勛 盧" userId="d2779f25f74474fc" providerId="LiveId" clId="{01C2F771-7367-4BC5-ABFE-EF493167A2D7}" dt="2025-12-16T10:59:49.001" v="5773" actId="47"/>
        <pc:sldMkLst>
          <pc:docMk/>
          <pc:sldMk cId="1180979936" sldId="262"/>
        </pc:sldMkLst>
        <pc:spChg chg="del">
          <ac:chgData name="楷勛 盧" userId="d2779f25f74474fc" providerId="LiveId" clId="{01C2F771-7367-4BC5-ABFE-EF493167A2D7}" dt="2025-12-16T10:10:22.870" v="5564" actId="478"/>
          <ac:spMkLst>
            <pc:docMk/>
            <pc:sldMk cId="1180979936" sldId="262"/>
            <ac:spMk id="10" creationId="{9B0C2A7E-5164-D368-A005-B870D5F814BD}"/>
          </ac:spMkLst>
        </pc:spChg>
        <pc:picChg chg="add del mod">
          <ac:chgData name="楷勛 盧" userId="d2779f25f74474fc" providerId="LiveId" clId="{01C2F771-7367-4BC5-ABFE-EF493167A2D7}" dt="2025-12-16T10:58:08.449" v="5748" actId="478"/>
          <ac:picMkLst>
            <pc:docMk/>
            <pc:sldMk cId="1180979936" sldId="262"/>
            <ac:picMk id="4" creationId="{73D2C303-AD2F-76AF-747F-9822DF430D8C}"/>
          </ac:picMkLst>
        </pc:picChg>
        <pc:picChg chg="add del mod">
          <ac:chgData name="楷勛 盧" userId="d2779f25f74474fc" providerId="LiveId" clId="{01C2F771-7367-4BC5-ABFE-EF493167A2D7}" dt="2025-12-16T10:58:23.591" v="5755" actId="21"/>
          <ac:picMkLst>
            <pc:docMk/>
            <pc:sldMk cId="1180979936" sldId="262"/>
            <ac:picMk id="6" creationId="{D09956D8-D5BF-4C2D-117B-97BFD007B1E6}"/>
          </ac:picMkLst>
        </pc:picChg>
        <pc:picChg chg="del">
          <ac:chgData name="楷勛 盧" userId="d2779f25f74474fc" providerId="LiveId" clId="{01C2F771-7367-4BC5-ABFE-EF493167A2D7}" dt="2025-12-16T10:10:22.870" v="5564" actId="478"/>
          <ac:picMkLst>
            <pc:docMk/>
            <pc:sldMk cId="1180979936" sldId="262"/>
            <ac:picMk id="11" creationId="{7E1AE593-78FC-2C81-185F-42F7CDA56039}"/>
          </ac:picMkLst>
        </pc:picChg>
      </pc:sldChg>
      <pc:sldChg chg="addSp modSp del mod">
        <pc:chgData name="楷勛 盧" userId="d2779f25f74474fc" providerId="LiveId" clId="{01C2F771-7367-4BC5-ABFE-EF493167A2D7}" dt="2025-12-16T10:29:32.023" v="5714" actId="47"/>
        <pc:sldMkLst>
          <pc:docMk/>
          <pc:sldMk cId="2282546759" sldId="263"/>
        </pc:sldMkLst>
      </pc:sldChg>
      <pc:sldChg chg="del">
        <pc:chgData name="楷勛 盧" userId="d2779f25f74474fc" providerId="LiveId" clId="{01C2F771-7367-4BC5-ABFE-EF493167A2D7}" dt="2025-12-16T10:29:30.817" v="5712" actId="47"/>
        <pc:sldMkLst>
          <pc:docMk/>
          <pc:sldMk cId="4232450331" sldId="264"/>
        </pc:sldMkLst>
      </pc:sldChg>
      <pc:sldChg chg="modSp del mod">
        <pc:chgData name="楷勛 盧" userId="d2779f25f74474fc" providerId="LiveId" clId="{01C2F771-7367-4BC5-ABFE-EF493167A2D7}" dt="2025-12-16T10:29:27.179" v="5703" actId="47"/>
        <pc:sldMkLst>
          <pc:docMk/>
          <pc:sldMk cId="1073361931" sldId="266"/>
        </pc:sldMkLst>
      </pc:sldChg>
      <pc:sldChg chg="addSp delSp modSp mod">
        <pc:chgData name="楷勛 盧" userId="d2779f25f74474fc" providerId="LiveId" clId="{01C2F771-7367-4BC5-ABFE-EF493167A2D7}" dt="2025-12-16T10:09:03.290" v="5537" actId="20577"/>
        <pc:sldMkLst>
          <pc:docMk/>
          <pc:sldMk cId="3580482052" sldId="268"/>
        </pc:sldMkLst>
        <pc:spChg chg="mod">
          <ac:chgData name="楷勛 盧" userId="d2779f25f74474fc" providerId="LiveId" clId="{01C2F771-7367-4BC5-ABFE-EF493167A2D7}" dt="2025-12-16T10:09:03.290" v="5537" actId="20577"/>
          <ac:spMkLst>
            <pc:docMk/>
            <pc:sldMk cId="3580482052" sldId="268"/>
            <ac:spMk id="2" creationId="{0DA2DF19-F7FA-C45C-7EFD-53D569924675}"/>
          </ac:spMkLst>
        </pc:spChg>
        <pc:spChg chg="mod">
          <ac:chgData name="楷勛 盧" userId="d2779f25f74474fc" providerId="LiveId" clId="{01C2F771-7367-4BC5-ABFE-EF493167A2D7}" dt="2025-12-16T10:03:48.068" v="5369" actId="1076"/>
          <ac:spMkLst>
            <pc:docMk/>
            <pc:sldMk cId="3580482052" sldId="268"/>
            <ac:spMk id="3" creationId="{1D9A010E-AA47-C41C-C412-973F5723249A}"/>
          </ac:spMkLst>
        </pc:spChg>
        <pc:spChg chg="add del mod">
          <ac:chgData name="楷勛 盧" userId="d2779f25f74474fc" providerId="LiveId" clId="{01C2F771-7367-4BC5-ABFE-EF493167A2D7}" dt="2025-12-16T10:01:02.365" v="5327" actId="478"/>
          <ac:spMkLst>
            <pc:docMk/>
            <pc:sldMk cId="3580482052" sldId="268"/>
            <ac:spMk id="5" creationId="{ED0FC0D0-2FF6-84FC-CDF2-7127B7261D6A}"/>
          </ac:spMkLst>
        </pc:spChg>
        <pc:spChg chg="add mod">
          <ac:chgData name="楷勛 盧" userId="d2779f25f74474fc" providerId="LiveId" clId="{01C2F771-7367-4BC5-ABFE-EF493167A2D7}" dt="2025-12-16T10:03:39.971" v="5367" actId="113"/>
          <ac:spMkLst>
            <pc:docMk/>
            <pc:sldMk cId="3580482052" sldId="268"/>
            <ac:spMk id="6" creationId="{C1CD95A1-5432-D98E-6E70-D969B9F2D296}"/>
          </ac:spMkLst>
        </pc:spChg>
        <pc:spChg chg="add del">
          <ac:chgData name="楷勛 盧" userId="d2779f25f74474fc" providerId="LiveId" clId="{01C2F771-7367-4BC5-ABFE-EF493167A2D7}" dt="2025-12-16T10:01:34.779" v="5336" actId="22"/>
          <ac:spMkLst>
            <pc:docMk/>
            <pc:sldMk cId="3580482052" sldId="268"/>
            <ac:spMk id="7" creationId="{9A86E8E7-6099-826E-3F87-F5A25F282364}"/>
          </ac:spMkLst>
        </pc:spChg>
      </pc:sldChg>
      <pc:sldChg chg="del">
        <pc:chgData name="楷勛 盧" userId="d2779f25f74474fc" providerId="LiveId" clId="{01C2F771-7367-4BC5-ABFE-EF493167A2D7}" dt="2025-12-16T10:29:27.605" v="5704" actId="47"/>
        <pc:sldMkLst>
          <pc:docMk/>
          <pc:sldMk cId="3320803866" sldId="269"/>
        </pc:sldMkLst>
      </pc:sldChg>
      <pc:sldChg chg="addSp delSp modSp mod">
        <pc:chgData name="楷勛 盧" userId="d2779f25f74474fc" providerId="LiveId" clId="{01C2F771-7367-4BC5-ABFE-EF493167A2D7}" dt="2025-12-16T11:07:10.120" v="6000" actId="1076"/>
        <pc:sldMkLst>
          <pc:docMk/>
          <pc:sldMk cId="2003966099" sldId="272"/>
        </pc:sldMkLst>
        <pc:spChg chg="mod">
          <ac:chgData name="楷勛 盧" userId="d2779f25f74474fc" providerId="LiveId" clId="{01C2F771-7367-4BC5-ABFE-EF493167A2D7}" dt="2025-12-16T10:59:53.372" v="5775" actId="1076"/>
          <ac:spMkLst>
            <pc:docMk/>
            <pc:sldMk cId="2003966099" sldId="272"/>
            <ac:spMk id="2" creationId="{8B813690-F4E0-7C0F-FFFC-111F7DB2AACE}"/>
          </ac:spMkLst>
        </pc:spChg>
        <pc:spChg chg="add del mod">
          <ac:chgData name="楷勛 盧" userId="d2779f25f74474fc" providerId="LiveId" clId="{01C2F771-7367-4BC5-ABFE-EF493167A2D7}" dt="2025-12-16T10:05:22.453" v="5433" actId="478"/>
          <ac:spMkLst>
            <pc:docMk/>
            <pc:sldMk cId="2003966099" sldId="272"/>
            <ac:spMk id="4" creationId="{A2065137-E36E-CDF8-81E9-7C5D190757AB}"/>
          </ac:spMkLst>
        </pc:spChg>
        <pc:spChg chg="add mod">
          <ac:chgData name="楷勛 盧" userId="d2779f25f74474fc" providerId="LiveId" clId="{01C2F771-7367-4BC5-ABFE-EF493167A2D7}" dt="2025-12-16T10:59:58.086" v="5778" actId="1076"/>
          <ac:spMkLst>
            <pc:docMk/>
            <pc:sldMk cId="2003966099" sldId="272"/>
            <ac:spMk id="13" creationId="{D6A61EBC-8D45-82BC-EDCD-FF8268940B26}"/>
          </ac:spMkLst>
        </pc:spChg>
        <pc:spChg chg="add">
          <ac:chgData name="楷勛 盧" userId="d2779f25f74474fc" providerId="LiveId" clId="{01C2F771-7367-4BC5-ABFE-EF493167A2D7}" dt="2025-12-16T11:00:11.049" v="5779"/>
          <ac:spMkLst>
            <pc:docMk/>
            <pc:sldMk cId="2003966099" sldId="272"/>
            <ac:spMk id="16" creationId="{C3D122FE-D23F-B8EF-C61D-E3CC33CDEF14}"/>
          </ac:spMkLst>
        </pc:spChg>
        <pc:picChg chg="add mod">
          <ac:chgData name="楷勛 盧" userId="d2779f25f74474fc" providerId="LiveId" clId="{01C2F771-7367-4BC5-ABFE-EF493167A2D7}" dt="2025-12-16T10:59:58.086" v="5778" actId="1076"/>
          <ac:picMkLst>
            <pc:docMk/>
            <pc:sldMk cId="2003966099" sldId="272"/>
            <ac:picMk id="5" creationId="{BA970CBE-35F5-2900-135D-C4CF9B01D10F}"/>
          </ac:picMkLst>
        </pc:picChg>
        <pc:picChg chg="add mod">
          <ac:chgData name="楷勛 盧" userId="d2779f25f74474fc" providerId="LiveId" clId="{01C2F771-7367-4BC5-ABFE-EF493167A2D7}" dt="2025-12-16T10:59:58.086" v="5778" actId="1076"/>
          <ac:picMkLst>
            <pc:docMk/>
            <pc:sldMk cId="2003966099" sldId="272"/>
            <ac:picMk id="7" creationId="{E2ABEB0A-C8E6-D7C8-15F1-20B4B06FF4BD}"/>
          </ac:picMkLst>
        </pc:picChg>
        <pc:picChg chg="add mod">
          <ac:chgData name="楷勛 盧" userId="d2779f25f74474fc" providerId="LiveId" clId="{01C2F771-7367-4BC5-ABFE-EF493167A2D7}" dt="2025-12-16T10:59:58.086" v="5778" actId="1076"/>
          <ac:picMkLst>
            <pc:docMk/>
            <pc:sldMk cId="2003966099" sldId="272"/>
            <ac:picMk id="9" creationId="{B5DBCC50-A83C-159E-6B2B-6CD70CEEE181}"/>
          </ac:picMkLst>
        </pc:picChg>
        <pc:picChg chg="del mod">
          <ac:chgData name="楷勛 盧" userId="d2779f25f74474fc" providerId="LiveId" clId="{01C2F771-7367-4BC5-ABFE-EF493167A2D7}" dt="2025-12-16T10:05:22.873" v="5434" actId="478"/>
          <ac:picMkLst>
            <pc:docMk/>
            <pc:sldMk cId="2003966099" sldId="272"/>
            <ac:picMk id="10" creationId="{53A0B94E-5815-03C3-7676-07919B6AC4F6}"/>
          </ac:picMkLst>
        </pc:picChg>
        <pc:picChg chg="add mod">
          <ac:chgData name="楷勛 盧" userId="d2779f25f74474fc" providerId="LiveId" clId="{01C2F771-7367-4BC5-ABFE-EF493167A2D7}" dt="2025-12-16T10:59:58.086" v="5778" actId="1076"/>
          <ac:picMkLst>
            <pc:docMk/>
            <pc:sldMk cId="2003966099" sldId="272"/>
            <ac:picMk id="12" creationId="{3E312B4C-ED47-05CF-DF47-7A209B9AE08B}"/>
          </ac:picMkLst>
        </pc:picChg>
        <pc:picChg chg="add del">
          <ac:chgData name="楷勛 盧" userId="d2779f25f74474fc" providerId="LiveId" clId="{01C2F771-7367-4BC5-ABFE-EF493167A2D7}" dt="2025-12-16T10:31:39.526" v="5723" actId="21"/>
          <ac:picMkLst>
            <pc:docMk/>
            <pc:sldMk cId="2003966099" sldId="272"/>
            <ac:picMk id="15" creationId="{7DA8C6EF-F5A5-0286-8051-4FAA3683DC80}"/>
          </ac:picMkLst>
        </pc:picChg>
        <pc:picChg chg="add del mod">
          <ac:chgData name="楷勛 盧" userId="d2779f25f74474fc" providerId="LiveId" clId="{01C2F771-7367-4BC5-ABFE-EF493167A2D7}" dt="2025-12-16T11:07:01.553" v="5990" actId="478"/>
          <ac:picMkLst>
            <pc:docMk/>
            <pc:sldMk cId="2003966099" sldId="272"/>
            <ac:picMk id="18" creationId="{5FD4568D-F1FD-5A2E-2450-A23571657B6D}"/>
          </ac:picMkLst>
        </pc:picChg>
        <pc:picChg chg="add mod">
          <ac:chgData name="楷勛 盧" userId="d2779f25f74474fc" providerId="LiveId" clId="{01C2F771-7367-4BC5-ABFE-EF493167A2D7}" dt="2025-12-16T11:07:10.120" v="6000" actId="1076"/>
          <ac:picMkLst>
            <pc:docMk/>
            <pc:sldMk cId="2003966099" sldId="272"/>
            <ac:picMk id="20" creationId="{F7F2F61D-FDBB-D515-8833-B620E29A8C33}"/>
          </ac:picMkLst>
        </pc:picChg>
      </pc:sldChg>
      <pc:sldChg chg="addSp delSp modSp add del mod">
        <pc:chgData name="楷勛 盧" userId="d2779f25f74474fc" providerId="LiveId" clId="{01C2F771-7367-4BC5-ABFE-EF493167A2D7}" dt="2025-12-16T11:08:36.252" v="6046" actId="14100"/>
        <pc:sldMkLst>
          <pc:docMk/>
          <pc:sldMk cId="612863326" sldId="273"/>
        </pc:sldMkLst>
        <pc:spChg chg="mod">
          <ac:chgData name="楷勛 盧" userId="d2779f25f74474fc" providerId="LiveId" clId="{01C2F771-7367-4BC5-ABFE-EF493167A2D7}" dt="2025-12-16T10:52:53.445" v="5738" actId="20577"/>
          <ac:spMkLst>
            <pc:docMk/>
            <pc:sldMk cId="612863326" sldId="273"/>
            <ac:spMk id="2" creationId="{9AF64974-7B9E-2F63-C95B-D93A21A1D1C2}"/>
          </ac:spMkLst>
        </pc:spChg>
        <pc:spChg chg="add del mod">
          <ac:chgData name="楷勛 盧" userId="d2779f25f74474fc" providerId="LiveId" clId="{01C2F771-7367-4BC5-ABFE-EF493167A2D7}" dt="2025-12-16T10:21:49.912" v="5618" actId="22"/>
          <ac:spMkLst>
            <pc:docMk/>
            <pc:sldMk cId="612863326" sldId="273"/>
            <ac:spMk id="4" creationId="{C243500F-EB2B-C6A8-CFFE-F9F8BBD124AD}"/>
          </ac:spMkLst>
        </pc:spChg>
        <pc:spChg chg="del mod">
          <ac:chgData name="楷勛 盧" userId="d2779f25f74474fc" providerId="LiveId" clId="{01C2F771-7367-4BC5-ABFE-EF493167A2D7}" dt="2025-12-16T10:21:48.537" v="5617" actId="478"/>
          <ac:spMkLst>
            <pc:docMk/>
            <pc:sldMk cId="612863326" sldId="273"/>
            <ac:spMk id="7" creationId="{2F3AECC0-D301-DE65-8EC7-5929CAE26312}"/>
          </ac:spMkLst>
        </pc:spChg>
        <pc:spChg chg="add del mod">
          <ac:chgData name="楷勛 盧" userId="d2779f25f74474fc" providerId="LiveId" clId="{01C2F771-7367-4BC5-ABFE-EF493167A2D7}" dt="2025-12-16T10:59:35.823" v="5768" actId="478"/>
          <ac:spMkLst>
            <pc:docMk/>
            <pc:sldMk cId="612863326" sldId="273"/>
            <ac:spMk id="9" creationId="{7E576782-FA15-6A34-7425-142797A34D07}"/>
          </ac:spMkLst>
        </pc:spChg>
        <pc:spChg chg="add mod">
          <ac:chgData name="楷勛 盧" userId="d2779f25f74474fc" providerId="LiveId" clId="{01C2F771-7367-4BC5-ABFE-EF493167A2D7}" dt="2025-12-16T11:07:30.143" v="6027" actId="20577"/>
          <ac:spMkLst>
            <pc:docMk/>
            <pc:sldMk cId="612863326" sldId="273"/>
            <ac:spMk id="14" creationId="{3702C57C-1E91-6ECD-298B-EE707D80750B}"/>
          </ac:spMkLst>
        </pc:spChg>
        <pc:picChg chg="add del mod ord">
          <ac:chgData name="楷勛 盧" userId="d2779f25f74474fc" providerId="LiveId" clId="{01C2F771-7367-4BC5-ABFE-EF493167A2D7}" dt="2025-12-16T10:21:58.153" v="5625" actId="478"/>
          <ac:picMkLst>
            <pc:docMk/>
            <pc:sldMk cId="612863326" sldId="273"/>
            <ac:picMk id="6" creationId="{2A7ED0B5-2828-97A7-BD55-354F14BFCA8A}"/>
          </ac:picMkLst>
        </pc:picChg>
        <pc:picChg chg="add del mod">
          <ac:chgData name="楷勛 盧" userId="d2779f25f74474fc" providerId="LiveId" clId="{01C2F771-7367-4BC5-ABFE-EF493167A2D7}" dt="2025-12-16T10:59:10.092" v="5767" actId="478"/>
          <ac:picMkLst>
            <pc:docMk/>
            <pc:sldMk cId="612863326" sldId="273"/>
            <ac:picMk id="11" creationId="{F763742E-946F-F270-BC92-44162AF78E7B}"/>
          </ac:picMkLst>
        </pc:picChg>
        <pc:picChg chg="add del mod">
          <ac:chgData name="楷勛 盧" userId="d2779f25f74474fc" providerId="LiveId" clId="{01C2F771-7367-4BC5-ABFE-EF493167A2D7}" dt="2025-12-16T11:08:07.636" v="6028" actId="478"/>
          <ac:picMkLst>
            <pc:docMk/>
            <pc:sldMk cId="612863326" sldId="273"/>
            <ac:picMk id="13" creationId="{9F8AA629-17A4-9724-19FA-1BA61BBD9987}"/>
          </ac:picMkLst>
        </pc:picChg>
        <pc:picChg chg="add del mod">
          <ac:chgData name="楷勛 盧" userId="d2779f25f74474fc" providerId="LiveId" clId="{01C2F771-7367-4BC5-ABFE-EF493167A2D7}" dt="2025-12-16T11:08:25.330" v="6037" actId="478"/>
          <ac:picMkLst>
            <pc:docMk/>
            <pc:sldMk cId="612863326" sldId="273"/>
            <ac:picMk id="16" creationId="{5FF6F93D-2599-65F4-DF0E-6DABBCB4A118}"/>
          </ac:picMkLst>
        </pc:picChg>
        <pc:picChg chg="add mod">
          <ac:chgData name="楷勛 盧" userId="d2779f25f74474fc" providerId="LiveId" clId="{01C2F771-7367-4BC5-ABFE-EF493167A2D7}" dt="2025-12-16T11:08:36.252" v="6046" actId="14100"/>
          <ac:picMkLst>
            <pc:docMk/>
            <pc:sldMk cId="612863326" sldId="273"/>
            <ac:picMk id="18" creationId="{F7B7D1C6-1689-5096-533E-225F8599A1C0}"/>
          </ac:picMkLst>
        </pc:picChg>
      </pc:sldChg>
      <pc:sldChg chg="del">
        <pc:chgData name="楷勛 盧" userId="d2779f25f74474fc" providerId="LiveId" clId="{01C2F771-7367-4BC5-ABFE-EF493167A2D7}" dt="2025-12-16T10:29:25.303" v="5700" actId="47"/>
        <pc:sldMkLst>
          <pc:docMk/>
          <pc:sldMk cId="2145301790" sldId="274"/>
        </pc:sldMkLst>
      </pc:sldChg>
      <pc:sldChg chg="del">
        <pc:chgData name="楷勛 盧" userId="d2779f25f74474fc" providerId="LiveId" clId="{01C2F771-7367-4BC5-ABFE-EF493167A2D7}" dt="2025-12-16T10:29:26.130" v="5701" actId="47"/>
        <pc:sldMkLst>
          <pc:docMk/>
          <pc:sldMk cId="379787518" sldId="275"/>
        </pc:sldMkLst>
      </pc:sldChg>
      <pc:sldChg chg="del">
        <pc:chgData name="楷勛 盧" userId="d2779f25f74474fc" providerId="LiveId" clId="{01C2F771-7367-4BC5-ABFE-EF493167A2D7}" dt="2025-12-16T10:29:26.657" v="5702" actId="47"/>
        <pc:sldMkLst>
          <pc:docMk/>
          <pc:sldMk cId="4179649321" sldId="276"/>
        </pc:sldMkLst>
      </pc:sldChg>
      <pc:sldChg chg="addSp modSp mod ord">
        <pc:chgData name="楷勛 盧" userId="d2779f25f74474fc" providerId="LiveId" clId="{01C2F771-7367-4BC5-ABFE-EF493167A2D7}" dt="2025-12-16T09:56:09.939" v="5201"/>
        <pc:sldMkLst>
          <pc:docMk/>
          <pc:sldMk cId="3293298659" sldId="277"/>
        </pc:sldMkLst>
        <pc:spChg chg="mod">
          <ac:chgData name="楷勛 盧" userId="d2779f25f74474fc" providerId="LiveId" clId="{01C2F771-7367-4BC5-ABFE-EF493167A2D7}" dt="2025-12-16T09:56:09.939" v="5201"/>
          <ac:spMkLst>
            <pc:docMk/>
            <pc:sldMk cId="3293298659" sldId="277"/>
            <ac:spMk id="2" creationId="{283879F8-BD59-5F4A-CC3E-70CDC9D606E2}"/>
          </ac:spMkLst>
        </pc:spChg>
        <pc:spChg chg="add mod">
          <ac:chgData name="楷勛 盧" userId="d2779f25f74474fc" providerId="LiveId" clId="{01C2F771-7367-4BC5-ABFE-EF493167A2D7}" dt="2025-12-02T13:34:16.950" v="2644" actId="1076"/>
          <ac:spMkLst>
            <pc:docMk/>
            <pc:sldMk cId="3293298659" sldId="277"/>
            <ac:spMk id="5" creationId="{952ABAC6-6027-ACFB-66BD-0B01FCFB7E71}"/>
          </ac:spMkLst>
        </pc:spChg>
      </pc:sldChg>
      <pc:sldChg chg="del">
        <pc:chgData name="楷勛 盧" userId="d2779f25f74474fc" providerId="LiveId" clId="{01C2F771-7367-4BC5-ABFE-EF493167A2D7}" dt="2025-12-16T10:29:28.114" v="5705" actId="47"/>
        <pc:sldMkLst>
          <pc:docMk/>
          <pc:sldMk cId="1218843616" sldId="278"/>
        </pc:sldMkLst>
      </pc:sldChg>
      <pc:sldChg chg="addSp modSp del mod">
        <pc:chgData name="楷勛 盧" userId="d2779f25f74474fc" providerId="LiveId" clId="{01C2F771-7367-4BC5-ABFE-EF493167A2D7}" dt="2025-12-16T10:29:28.523" v="5706" actId="47"/>
        <pc:sldMkLst>
          <pc:docMk/>
          <pc:sldMk cId="3422605359" sldId="279"/>
        </pc:sldMkLst>
      </pc:sldChg>
      <pc:sldChg chg="del">
        <pc:chgData name="楷勛 盧" userId="d2779f25f74474fc" providerId="LiveId" clId="{01C2F771-7367-4BC5-ABFE-EF493167A2D7}" dt="2025-12-16T10:29:29.025" v="5707" actId="47"/>
        <pc:sldMkLst>
          <pc:docMk/>
          <pc:sldMk cId="41458781" sldId="280"/>
        </pc:sldMkLst>
      </pc:sldChg>
      <pc:sldChg chg="modSp del mod">
        <pc:chgData name="楷勛 盧" userId="d2779f25f74474fc" providerId="LiveId" clId="{01C2F771-7367-4BC5-ABFE-EF493167A2D7}" dt="2025-12-16T10:29:29.396" v="5708" actId="47"/>
        <pc:sldMkLst>
          <pc:docMk/>
          <pc:sldMk cId="864159316" sldId="281"/>
        </pc:sldMkLst>
      </pc:sldChg>
      <pc:sldChg chg="del">
        <pc:chgData name="楷勛 盧" userId="d2779f25f74474fc" providerId="LiveId" clId="{01C2F771-7367-4BC5-ABFE-EF493167A2D7}" dt="2025-12-16T10:29:29.706" v="5709" actId="47"/>
        <pc:sldMkLst>
          <pc:docMk/>
          <pc:sldMk cId="1330539053" sldId="282"/>
        </pc:sldMkLst>
      </pc:sldChg>
      <pc:sldChg chg="addSp delSp del mod">
        <pc:chgData name="楷勛 盧" userId="d2779f25f74474fc" providerId="LiveId" clId="{01C2F771-7367-4BC5-ABFE-EF493167A2D7}" dt="2025-12-16T10:29:30.043" v="5710" actId="47"/>
        <pc:sldMkLst>
          <pc:docMk/>
          <pc:sldMk cId="2720660652" sldId="283"/>
        </pc:sldMkLst>
      </pc:sldChg>
      <pc:sldChg chg="addSp delSp modSp del mod">
        <pc:chgData name="楷勛 盧" userId="d2779f25f74474fc" providerId="LiveId" clId="{01C2F771-7367-4BC5-ABFE-EF493167A2D7}" dt="2025-12-16T10:29:30.490" v="5711" actId="47"/>
        <pc:sldMkLst>
          <pc:docMk/>
          <pc:sldMk cId="119956677" sldId="284"/>
        </pc:sldMkLst>
      </pc:sldChg>
      <pc:sldChg chg="del">
        <pc:chgData name="楷勛 盧" userId="d2779f25f74474fc" providerId="LiveId" clId="{01C2F771-7367-4BC5-ABFE-EF493167A2D7}" dt="2025-12-16T10:29:33.406" v="5715" actId="47"/>
        <pc:sldMkLst>
          <pc:docMk/>
          <pc:sldMk cId="3691043283" sldId="285"/>
        </pc:sldMkLst>
      </pc:sldChg>
      <pc:sldChg chg="modSp mod">
        <pc:chgData name="楷勛 盧" userId="d2779f25f74474fc" providerId="LiveId" clId="{01C2F771-7367-4BC5-ABFE-EF493167A2D7}" dt="2025-12-02T13:31:32.283" v="2608" actId="20577"/>
        <pc:sldMkLst>
          <pc:docMk/>
          <pc:sldMk cId="2292998478" sldId="288"/>
        </pc:sldMkLst>
        <pc:spChg chg="mod">
          <ac:chgData name="楷勛 盧" userId="d2779f25f74474fc" providerId="LiveId" clId="{01C2F771-7367-4BC5-ABFE-EF493167A2D7}" dt="2025-12-02T13:31:32.283" v="2608" actId="20577"/>
          <ac:spMkLst>
            <pc:docMk/>
            <pc:sldMk cId="2292998478" sldId="288"/>
            <ac:spMk id="2" creationId="{6FACCC22-41A8-A104-2293-B2D0930278B1}"/>
          </ac:spMkLst>
        </pc:spChg>
      </pc:sldChg>
      <pc:sldChg chg="del">
        <pc:chgData name="楷勛 盧" userId="d2779f25f74474fc" providerId="LiveId" clId="{01C2F771-7367-4BC5-ABFE-EF493167A2D7}" dt="2025-12-16T10:29:31.201" v="5713" actId="47"/>
        <pc:sldMkLst>
          <pc:docMk/>
          <pc:sldMk cId="1999025245" sldId="289"/>
        </pc:sldMkLst>
      </pc:sldChg>
      <pc:sldChg chg="addSp delSp modSp del mod">
        <pc:chgData name="楷勛 盧" userId="d2779f25f74474fc" providerId="LiveId" clId="{01C2F771-7367-4BC5-ABFE-EF493167A2D7}" dt="2025-12-16T10:29:35.829" v="5717" actId="47"/>
        <pc:sldMkLst>
          <pc:docMk/>
          <pc:sldMk cId="1548973534" sldId="290"/>
        </pc:sldMkLst>
      </pc:sldChg>
      <pc:sldChg chg="addSp delSp modSp add del mod">
        <pc:chgData name="楷勛 盧" userId="d2779f25f74474fc" providerId="LiveId" clId="{01C2F771-7367-4BC5-ABFE-EF493167A2D7}" dt="2025-12-16T10:29:38.667" v="5718" actId="47"/>
        <pc:sldMkLst>
          <pc:docMk/>
          <pc:sldMk cId="4293594070" sldId="291"/>
        </pc:sldMkLst>
      </pc:sldChg>
      <pc:sldChg chg="addSp delSp modSp add del mod">
        <pc:chgData name="楷勛 盧" userId="d2779f25f74474fc" providerId="LiveId" clId="{01C2F771-7367-4BC5-ABFE-EF493167A2D7}" dt="2025-12-16T10:03:55.357" v="5370" actId="47"/>
        <pc:sldMkLst>
          <pc:docMk/>
          <pc:sldMk cId="3016597459" sldId="293"/>
        </pc:sldMkLst>
      </pc:sldChg>
      <pc:sldChg chg="addSp delSp modSp new del mod ord">
        <pc:chgData name="楷勛 盧" userId="d2779f25f74474fc" providerId="LiveId" clId="{01C2F771-7367-4BC5-ABFE-EF493167A2D7}" dt="2025-12-16T09:56:24.974" v="5202" actId="47"/>
        <pc:sldMkLst>
          <pc:docMk/>
          <pc:sldMk cId="2188692973" sldId="294"/>
        </pc:sldMkLst>
      </pc:sldChg>
      <pc:sldChg chg="addSp delSp modSp new mod ord">
        <pc:chgData name="楷勛 盧" userId="d2779f25f74474fc" providerId="LiveId" clId="{01C2F771-7367-4BC5-ABFE-EF493167A2D7}" dt="2025-12-16T09:50:24.707" v="5153" actId="20577"/>
        <pc:sldMkLst>
          <pc:docMk/>
          <pc:sldMk cId="886815086" sldId="296"/>
        </pc:sldMkLst>
        <pc:spChg chg="mod">
          <ac:chgData name="楷勛 盧" userId="d2779f25f74474fc" providerId="LiveId" clId="{01C2F771-7367-4BC5-ABFE-EF493167A2D7}" dt="2025-12-16T09:50:24.707" v="5153" actId="20577"/>
          <ac:spMkLst>
            <pc:docMk/>
            <pc:sldMk cId="886815086" sldId="296"/>
            <ac:spMk id="2" creationId="{D3BDC551-049B-4FA2-F447-190DF43E99FE}"/>
          </ac:spMkLst>
        </pc:spChg>
        <pc:spChg chg="add mod">
          <ac:chgData name="楷勛 盧" userId="d2779f25f74474fc" providerId="LiveId" clId="{01C2F771-7367-4BC5-ABFE-EF493167A2D7}" dt="2025-12-02T16:13:39.506" v="4571" actId="20577"/>
          <ac:spMkLst>
            <pc:docMk/>
            <pc:sldMk cId="886815086" sldId="296"/>
            <ac:spMk id="44" creationId="{6663BDDC-6F4A-435F-5DD3-1D2F131EFE66}"/>
          </ac:spMkLst>
        </pc:spChg>
        <pc:spChg chg="add mod">
          <ac:chgData name="楷勛 盧" userId="d2779f25f74474fc" providerId="LiveId" clId="{01C2F771-7367-4BC5-ABFE-EF493167A2D7}" dt="2025-12-02T16:19:04.682" v="4661" actId="207"/>
          <ac:spMkLst>
            <pc:docMk/>
            <pc:sldMk cId="886815086" sldId="296"/>
            <ac:spMk id="48" creationId="{660B2500-C405-4787-6821-B1A1A427445E}"/>
          </ac:spMkLst>
        </pc:spChg>
        <pc:grpChg chg="mod">
          <ac:chgData name="楷勛 盧" userId="d2779f25f74474fc" providerId="LiveId" clId="{01C2F771-7367-4BC5-ABFE-EF493167A2D7}" dt="2025-12-02T15:36:51.078" v="4400"/>
          <ac:grpSpMkLst>
            <pc:docMk/>
            <pc:sldMk cId="886815086" sldId="296"/>
            <ac:grpSpMk id="21" creationId="{A212E945-ACFD-BEB0-9179-A810BE9F309F}"/>
          </ac:grpSpMkLst>
        </pc:grpChg>
        <pc:graphicFrameChg chg="add mod modGraphic">
          <ac:chgData name="楷勛 盧" userId="d2779f25f74474fc" providerId="LiveId" clId="{01C2F771-7367-4BC5-ABFE-EF493167A2D7}" dt="2025-12-02T16:05:58.024" v="4523" actId="14734"/>
          <ac:graphicFrameMkLst>
            <pc:docMk/>
            <pc:sldMk cId="886815086" sldId="296"/>
            <ac:graphicFrameMk id="56" creationId="{215FAA7F-365E-91BC-4043-623910D3BB40}"/>
          </ac:graphicFrameMkLst>
        </pc:graphicFrameChg>
        <pc:picChg chg="add mod">
          <ac:chgData name="楷勛 盧" userId="d2779f25f74474fc" providerId="LiveId" clId="{01C2F771-7367-4BC5-ABFE-EF493167A2D7}" dt="2025-12-02T15:41:22.568" v="4421" actId="1076"/>
          <ac:picMkLst>
            <pc:docMk/>
            <pc:sldMk cId="886815086" sldId="296"/>
            <ac:picMk id="7" creationId="{F4446BBC-6D88-99D5-3186-5608954BC167}"/>
          </ac:picMkLst>
        </pc:picChg>
        <pc:picChg chg="add mod">
          <ac:chgData name="楷勛 盧" userId="d2779f25f74474fc" providerId="LiveId" clId="{01C2F771-7367-4BC5-ABFE-EF493167A2D7}" dt="2025-12-02T15:55:55.682" v="4484" actId="14100"/>
          <ac:picMkLst>
            <pc:docMk/>
            <pc:sldMk cId="886815086" sldId="296"/>
            <ac:picMk id="23" creationId="{A127CAC0-F84F-0637-4E87-79EEB7D62301}"/>
          </ac:picMkLst>
        </pc:picChg>
        <pc:picChg chg="add mod modCrop">
          <ac:chgData name="楷勛 盧" userId="d2779f25f74474fc" providerId="LiveId" clId="{01C2F771-7367-4BC5-ABFE-EF493167A2D7}" dt="2025-12-02T15:52:52.263" v="4452" actId="1076"/>
          <ac:picMkLst>
            <pc:docMk/>
            <pc:sldMk cId="886815086" sldId="296"/>
            <ac:picMk id="30" creationId="{3284B3C1-68F8-A593-6446-0AD268E8E985}"/>
          </ac:picMkLst>
        </pc:picChg>
        <pc:picChg chg="add mod">
          <ac:chgData name="楷勛 盧" userId="d2779f25f74474fc" providerId="LiveId" clId="{01C2F771-7367-4BC5-ABFE-EF493167A2D7}" dt="2025-12-02T15:53:07.032" v="4456" actId="1076"/>
          <ac:picMkLst>
            <pc:docMk/>
            <pc:sldMk cId="886815086" sldId="296"/>
            <ac:picMk id="38" creationId="{217EA4EE-EC0B-CB2C-D77A-F9BACEFAA617}"/>
          </ac:picMkLst>
        </pc:picChg>
        <pc:inkChg chg="add">
          <ac:chgData name="楷勛 盧" userId="d2779f25f74474fc" providerId="LiveId" clId="{01C2F771-7367-4BC5-ABFE-EF493167A2D7}" dt="2025-12-02T15:36:13.661" v="4382" actId="9405"/>
          <ac:inkMkLst>
            <pc:docMk/>
            <pc:sldMk cId="886815086" sldId="296"/>
            <ac:inkMk id="8" creationId="{B3BFE9DF-107D-F150-064D-71F42A39EAD1}"/>
          </ac:inkMkLst>
        </pc:inkChg>
        <pc:inkChg chg="add mod">
          <ac:chgData name="楷勛 盧" userId="d2779f25f74474fc" providerId="LiveId" clId="{01C2F771-7367-4BC5-ABFE-EF493167A2D7}" dt="2025-12-02T15:36:51.078" v="4400"/>
          <ac:inkMkLst>
            <pc:docMk/>
            <pc:sldMk cId="886815086" sldId="296"/>
            <ac:inkMk id="10" creationId="{F65D454D-C26D-DC51-277F-D13D657DD54B}"/>
          </ac:inkMkLst>
        </pc:inkChg>
        <pc:inkChg chg="add mod">
          <ac:chgData name="楷勛 盧" userId="d2779f25f74474fc" providerId="LiveId" clId="{01C2F771-7367-4BC5-ABFE-EF493167A2D7}" dt="2025-12-02T15:36:51.078" v="4400"/>
          <ac:inkMkLst>
            <pc:docMk/>
            <pc:sldMk cId="886815086" sldId="296"/>
            <ac:inkMk id="11" creationId="{0129CC6F-93D8-12A8-8D38-AD702BB91F6C}"/>
          </ac:inkMkLst>
        </pc:inkChg>
        <pc:inkChg chg="add">
          <ac:chgData name="楷勛 盧" userId="d2779f25f74474fc" providerId="LiveId" clId="{01C2F771-7367-4BC5-ABFE-EF493167A2D7}" dt="2025-12-02T15:36:38.798" v="4394" actId="9405"/>
          <ac:inkMkLst>
            <pc:docMk/>
            <pc:sldMk cId="886815086" sldId="296"/>
            <ac:inkMk id="16" creationId="{59A2DECF-BD20-5ACF-A615-033219B9E627}"/>
          </ac:inkMkLst>
        </pc:inkChg>
        <pc:inkChg chg="add">
          <ac:chgData name="楷勛 盧" userId="d2779f25f74474fc" providerId="LiveId" clId="{01C2F771-7367-4BC5-ABFE-EF493167A2D7}" dt="2025-12-02T15:36:43.288" v="4396"/>
          <ac:inkMkLst>
            <pc:docMk/>
            <pc:sldMk cId="886815086" sldId="296"/>
            <ac:inkMk id="18" creationId="{3FC2C2B0-A479-6861-DED3-480D1DFC8660}"/>
          </ac:inkMkLst>
        </pc:inkChg>
        <pc:inkChg chg="add mod">
          <ac:chgData name="楷勛 盧" userId="d2779f25f74474fc" providerId="LiveId" clId="{01C2F771-7367-4BC5-ABFE-EF493167A2D7}" dt="2025-12-02T15:36:51.078" v="4400"/>
          <ac:inkMkLst>
            <pc:docMk/>
            <pc:sldMk cId="886815086" sldId="296"/>
            <ac:inkMk id="20" creationId="{422CD195-0C1F-8E44-7BC9-37125CC43098}"/>
          </ac:inkMkLst>
        </pc:inkChg>
        <pc:cxnChg chg="add mod">
          <ac:chgData name="楷勛 盧" userId="d2779f25f74474fc" providerId="LiveId" clId="{01C2F771-7367-4BC5-ABFE-EF493167A2D7}" dt="2025-12-02T15:55:57.792" v="4485" actId="14100"/>
          <ac:cxnSpMkLst>
            <pc:docMk/>
            <pc:sldMk cId="886815086" sldId="296"/>
            <ac:cxnSpMk id="26" creationId="{B2730B45-9A2E-41DF-2899-1A05180E68C8}"/>
          </ac:cxnSpMkLst>
        </pc:cxnChg>
        <pc:cxnChg chg="add mod">
          <ac:chgData name="楷勛 盧" userId="d2779f25f74474fc" providerId="LiveId" clId="{01C2F771-7367-4BC5-ABFE-EF493167A2D7}" dt="2025-12-02T15:53:03.628" v="4453" actId="14100"/>
          <ac:cxnSpMkLst>
            <pc:docMk/>
            <pc:sldMk cId="886815086" sldId="296"/>
            <ac:cxnSpMk id="31" creationId="{8593E18A-D485-E063-ED6E-516C4A4CCAD1}"/>
          </ac:cxnSpMkLst>
        </pc:cxnChg>
        <pc:cxnChg chg="add mod">
          <ac:chgData name="楷勛 盧" userId="d2779f25f74474fc" providerId="LiveId" clId="{01C2F771-7367-4BC5-ABFE-EF493167A2D7}" dt="2025-12-02T16:18:45.810" v="4624" actId="20577"/>
          <ac:cxnSpMkLst>
            <pc:docMk/>
            <pc:sldMk cId="886815086" sldId="296"/>
            <ac:cxnSpMk id="49" creationId="{790BDB49-F289-1854-4ADA-BBFDAFBBF917}"/>
          </ac:cxnSpMkLst>
        </pc:cxnChg>
      </pc:sldChg>
      <pc:sldChg chg="addSp delSp modSp add del mod">
        <pc:chgData name="楷勛 盧" userId="d2779f25f74474fc" providerId="LiveId" clId="{01C2F771-7367-4BC5-ABFE-EF493167A2D7}" dt="2025-12-16T09:49:48.734" v="5138" actId="47"/>
        <pc:sldMkLst>
          <pc:docMk/>
          <pc:sldMk cId="1473216671" sldId="298"/>
        </pc:sldMkLst>
      </pc:sldChg>
      <pc:sldChg chg="addSp delSp modSp add mod setBg delDesignElem">
        <pc:chgData name="楷勛 盧" userId="d2779f25f74474fc" providerId="LiveId" clId="{01C2F771-7367-4BC5-ABFE-EF493167A2D7}" dt="2025-12-16T10:29:46.198" v="5721" actId="478"/>
        <pc:sldMkLst>
          <pc:docMk/>
          <pc:sldMk cId="2669853794" sldId="299"/>
        </pc:sldMkLst>
        <pc:spChg chg="add mod">
          <ac:chgData name="楷勛 盧" userId="d2779f25f74474fc" providerId="LiveId" clId="{01C2F771-7367-4BC5-ABFE-EF493167A2D7}" dt="2025-12-02T14:28:32.740" v="3906" actId="1076"/>
          <ac:spMkLst>
            <pc:docMk/>
            <pc:sldMk cId="2669853794" sldId="299"/>
            <ac:spMk id="7" creationId="{D10146B0-94C0-675A-0DB2-3EAB67A3BF89}"/>
          </ac:spMkLst>
        </pc:spChg>
        <pc:spChg chg="add del mod">
          <ac:chgData name="楷勛 盧" userId="d2779f25f74474fc" providerId="LiveId" clId="{01C2F771-7367-4BC5-ABFE-EF493167A2D7}" dt="2025-12-16T10:29:46.198" v="5721" actId="478"/>
          <ac:spMkLst>
            <pc:docMk/>
            <pc:sldMk cId="2669853794" sldId="299"/>
            <ac:spMk id="10" creationId="{7E171E97-392E-6C27-875C-94FC63724C5E}"/>
          </ac:spMkLst>
        </pc:spChg>
        <pc:picChg chg="add del mod">
          <ac:chgData name="楷勛 盧" userId="d2779f25f74474fc" providerId="LiveId" clId="{01C2F771-7367-4BC5-ABFE-EF493167A2D7}" dt="2025-12-16T10:29:43.126" v="5719" actId="478"/>
          <ac:picMkLst>
            <pc:docMk/>
            <pc:sldMk cId="2669853794" sldId="299"/>
            <ac:picMk id="8" creationId="{6D6FC8BE-8280-9AAC-6DA0-F1B4CAA88097}"/>
          </ac:picMkLst>
        </pc:picChg>
      </pc:sldChg>
      <pc:sldChg chg="addSp delSp modSp add mod ord">
        <pc:chgData name="楷勛 盧" userId="d2779f25f74474fc" providerId="LiveId" clId="{01C2F771-7367-4BC5-ABFE-EF493167A2D7}" dt="2025-12-16T10:00:33.868" v="5326" actId="1076"/>
        <pc:sldMkLst>
          <pc:docMk/>
          <pc:sldMk cId="141026821" sldId="300"/>
        </pc:sldMkLst>
        <pc:spChg chg="mod">
          <ac:chgData name="楷勛 盧" userId="d2779f25f74474fc" providerId="LiveId" clId="{01C2F771-7367-4BC5-ABFE-EF493167A2D7}" dt="2025-12-02T14:52:49.139" v="4277"/>
          <ac:spMkLst>
            <pc:docMk/>
            <pc:sldMk cId="141026821" sldId="300"/>
            <ac:spMk id="2" creationId="{1FD370C6-A204-344D-8875-96C3C0F86CC9}"/>
          </ac:spMkLst>
        </pc:spChg>
        <pc:spChg chg="add mod">
          <ac:chgData name="楷勛 盧" userId="d2779f25f74474fc" providerId="LiveId" clId="{01C2F771-7367-4BC5-ABFE-EF493167A2D7}" dt="2025-12-16T10:00:32.559" v="5325" actId="1076"/>
          <ac:spMkLst>
            <pc:docMk/>
            <pc:sldMk cId="141026821" sldId="300"/>
            <ac:spMk id="4" creationId="{E160976F-E473-549F-6D9C-83FD8B254967}"/>
          </ac:spMkLst>
        </pc:spChg>
        <pc:spChg chg="add del mod">
          <ac:chgData name="楷勛 盧" userId="d2779f25f74474fc" providerId="LiveId" clId="{01C2F771-7367-4BC5-ABFE-EF493167A2D7}" dt="2025-12-16T09:53:08.703" v="5171" actId="478"/>
          <ac:spMkLst>
            <pc:docMk/>
            <pc:sldMk cId="141026821" sldId="300"/>
            <ac:spMk id="5" creationId="{3B89978E-69F7-6C5C-C6EB-B2953FB472D3}"/>
          </ac:spMkLst>
        </pc:spChg>
        <pc:picChg chg="add del mod">
          <ac:chgData name="楷勛 盧" userId="d2779f25f74474fc" providerId="LiveId" clId="{01C2F771-7367-4BC5-ABFE-EF493167A2D7}" dt="2025-12-16T09:53:33.305" v="5187" actId="478"/>
          <ac:picMkLst>
            <pc:docMk/>
            <pc:sldMk cId="141026821" sldId="300"/>
            <ac:picMk id="6" creationId="{E34F7B60-A659-516A-3303-9A768D34E0E8}"/>
          </ac:picMkLst>
        </pc:picChg>
        <pc:picChg chg="add del mod">
          <ac:chgData name="楷勛 盧" userId="d2779f25f74474fc" providerId="LiveId" clId="{01C2F771-7367-4BC5-ABFE-EF493167A2D7}" dt="2025-12-16T09:53:13.696" v="5177" actId="478"/>
          <ac:picMkLst>
            <pc:docMk/>
            <pc:sldMk cId="141026821" sldId="300"/>
            <ac:picMk id="8" creationId="{232D4354-3AF4-B884-27AA-443E5EFFEC71}"/>
          </ac:picMkLst>
        </pc:picChg>
        <pc:picChg chg="add mod">
          <ac:chgData name="楷勛 盧" userId="d2779f25f74474fc" providerId="LiveId" clId="{01C2F771-7367-4BC5-ABFE-EF493167A2D7}" dt="2025-12-16T10:00:30.403" v="5324" actId="1076"/>
          <ac:picMkLst>
            <pc:docMk/>
            <pc:sldMk cId="141026821" sldId="300"/>
            <ac:picMk id="10" creationId="{D7DF8F92-3F97-89CF-48ED-F29B75BC76A1}"/>
          </ac:picMkLst>
        </pc:picChg>
        <pc:picChg chg="add mod">
          <ac:chgData name="楷勛 盧" userId="d2779f25f74474fc" providerId="LiveId" clId="{01C2F771-7367-4BC5-ABFE-EF493167A2D7}" dt="2025-12-16T10:00:33.868" v="5326" actId="1076"/>
          <ac:picMkLst>
            <pc:docMk/>
            <pc:sldMk cId="141026821" sldId="300"/>
            <ac:picMk id="12" creationId="{F7BE509A-7F40-C728-6DAB-EA0D6BFB09EA}"/>
          </ac:picMkLst>
        </pc:picChg>
      </pc:sldChg>
      <pc:sldChg chg="addSp delSp modSp new del mod">
        <pc:chgData name="楷勛 盧" userId="d2779f25f74474fc" providerId="LiveId" clId="{01C2F771-7367-4BC5-ABFE-EF493167A2D7}" dt="2025-12-16T10:29:34.218" v="5716" actId="47"/>
        <pc:sldMkLst>
          <pc:docMk/>
          <pc:sldMk cId="614350668" sldId="301"/>
        </pc:sldMkLst>
      </pc:sldChg>
      <pc:sldChg chg="addSp delSp modSp add del mod">
        <pc:chgData name="楷勛 盧" userId="d2779f25f74474fc" providerId="LiveId" clId="{01C2F771-7367-4BC5-ABFE-EF493167A2D7}" dt="2025-12-16T12:16:15.102" v="7107" actId="47"/>
        <pc:sldMkLst>
          <pc:docMk/>
          <pc:sldMk cId="1927405013" sldId="302"/>
        </pc:sldMkLst>
        <pc:spChg chg="mod">
          <ac:chgData name="楷勛 盧" userId="d2779f25f74474fc" providerId="LiveId" clId="{01C2F771-7367-4BC5-ABFE-EF493167A2D7}" dt="2025-12-16T10:22:20.209" v="5632"/>
          <ac:spMkLst>
            <pc:docMk/>
            <pc:sldMk cId="1927405013" sldId="302"/>
            <ac:spMk id="2" creationId="{9621D740-06B7-3ABA-EDE2-B1547AE061C3}"/>
          </ac:spMkLst>
        </pc:spChg>
        <pc:spChg chg="add del mod">
          <ac:chgData name="楷勛 盧" userId="d2779f25f74474fc" providerId="LiveId" clId="{01C2F771-7367-4BC5-ABFE-EF493167A2D7}" dt="2025-12-16T10:31:51.113" v="5725" actId="478"/>
          <ac:spMkLst>
            <pc:docMk/>
            <pc:sldMk cId="1927405013" sldId="302"/>
            <ac:spMk id="4" creationId="{A3FB7AE4-3B1B-04CB-6501-4AFE9EB868E4}"/>
          </ac:spMkLst>
        </pc:spChg>
        <pc:picChg chg="add del mod">
          <ac:chgData name="楷勛 盧" userId="d2779f25f74474fc" providerId="LiveId" clId="{01C2F771-7367-4BC5-ABFE-EF493167A2D7}" dt="2025-12-16T11:04:10.747" v="5844" actId="21"/>
          <ac:picMkLst>
            <pc:docMk/>
            <pc:sldMk cId="1927405013" sldId="302"/>
            <ac:picMk id="5" creationId="{D09956D8-D5BF-4C2D-117B-97BFD007B1E6}"/>
          </ac:picMkLst>
        </pc:picChg>
        <pc:picChg chg="del mod">
          <ac:chgData name="楷勛 盧" userId="d2779f25f74474fc" providerId="LiveId" clId="{01C2F771-7367-4BC5-ABFE-EF493167A2D7}" dt="2025-12-16T10:31:45.773" v="5724" actId="478"/>
          <ac:picMkLst>
            <pc:docMk/>
            <pc:sldMk cId="1927405013" sldId="302"/>
            <ac:picMk id="6" creationId="{C4E9E7AA-5C6C-33E0-7BD5-1BB7148A4207}"/>
          </ac:picMkLst>
        </pc:picChg>
        <pc:picChg chg="add del mod">
          <ac:chgData name="楷勛 盧" userId="d2779f25f74474fc" providerId="LiveId" clId="{01C2F771-7367-4BC5-ABFE-EF493167A2D7}" dt="2025-12-16T10:55:58.595" v="5739" actId="478"/>
          <ac:picMkLst>
            <pc:docMk/>
            <pc:sldMk cId="1927405013" sldId="302"/>
            <ac:picMk id="15" creationId="{7DA8C6EF-F5A5-0286-8051-4FAA3683DC80}"/>
          </ac:picMkLst>
        </pc:picChg>
      </pc:sldChg>
      <pc:sldChg chg="addSp delSp modSp add del mod">
        <pc:chgData name="楷勛 盧" userId="d2779f25f74474fc" providerId="LiveId" clId="{01C2F771-7367-4BC5-ABFE-EF493167A2D7}" dt="2025-12-16T11:51:46.659" v="6509" actId="1076"/>
        <pc:sldMkLst>
          <pc:docMk/>
          <pc:sldMk cId="3888778734" sldId="303"/>
        </pc:sldMkLst>
        <pc:spChg chg="mod">
          <ac:chgData name="楷勛 盧" userId="d2779f25f74474fc" providerId="LiveId" clId="{01C2F771-7367-4BC5-ABFE-EF493167A2D7}" dt="2025-12-16T11:45:48.432" v="6463" actId="1076"/>
          <ac:spMkLst>
            <pc:docMk/>
            <pc:sldMk cId="3888778734" sldId="303"/>
            <ac:spMk id="2" creationId="{4DDA0E0F-E501-03F1-BB2B-BD2B3981DACE}"/>
          </ac:spMkLst>
        </pc:spChg>
        <pc:picChg chg="add mod">
          <ac:chgData name="楷勛 盧" userId="d2779f25f74474fc" providerId="LiveId" clId="{01C2F771-7367-4BC5-ABFE-EF493167A2D7}" dt="2025-12-16T11:51:46.659" v="6509" actId="1076"/>
          <ac:picMkLst>
            <pc:docMk/>
            <pc:sldMk cId="3888778734" sldId="303"/>
            <ac:picMk id="4" creationId="{5BB5BAD0-E29A-099F-5B62-9462CAB6ED1A}"/>
          </ac:picMkLst>
        </pc:picChg>
        <pc:picChg chg="add del mod">
          <ac:chgData name="楷勛 盧" userId="d2779f25f74474fc" providerId="LiveId" clId="{01C2F771-7367-4BC5-ABFE-EF493167A2D7}" dt="2025-12-16T11:45:03.531" v="6443" actId="21"/>
          <ac:picMkLst>
            <pc:docMk/>
            <pc:sldMk cId="3888778734" sldId="303"/>
            <ac:picMk id="5" creationId="{D09956D8-D5BF-4C2D-117B-97BFD007B1E6}"/>
          </ac:picMkLst>
        </pc:picChg>
        <pc:picChg chg="add mod">
          <ac:chgData name="楷勛 盧" userId="d2779f25f74474fc" providerId="LiveId" clId="{01C2F771-7367-4BC5-ABFE-EF493167A2D7}" dt="2025-12-16T11:45:48.194" v="6462" actId="14100"/>
          <ac:picMkLst>
            <pc:docMk/>
            <pc:sldMk cId="3888778734" sldId="303"/>
            <ac:picMk id="7" creationId="{61742D35-066A-E646-7DDD-5ADC8F731DE9}"/>
          </ac:picMkLst>
        </pc:picChg>
        <pc:picChg chg="add mod">
          <ac:chgData name="楷勛 盧" userId="d2779f25f74474fc" providerId="LiveId" clId="{01C2F771-7367-4BC5-ABFE-EF493167A2D7}" dt="2025-12-16T11:45:46.424" v="6460" actId="1076"/>
          <ac:picMkLst>
            <pc:docMk/>
            <pc:sldMk cId="3888778734" sldId="303"/>
            <ac:picMk id="9" creationId="{EA4E9E49-4D0A-B500-0CD5-37B898095258}"/>
          </ac:picMkLst>
        </pc:picChg>
        <pc:picChg chg="del mod">
          <ac:chgData name="楷勛 盧" userId="d2779f25f74474fc" providerId="LiveId" clId="{01C2F771-7367-4BC5-ABFE-EF493167A2D7}" dt="2025-12-16T11:04:13.682" v="5846" actId="478"/>
          <ac:picMkLst>
            <pc:docMk/>
            <pc:sldMk cId="3888778734" sldId="303"/>
            <ac:picMk id="13" creationId="{453807C5-7A28-7268-0746-6B425CD0CF42}"/>
          </ac:picMkLst>
        </pc:picChg>
      </pc:sldChg>
      <pc:sldChg chg="addSp delSp modSp add mod">
        <pc:chgData name="楷勛 盧" userId="d2779f25f74474fc" providerId="LiveId" clId="{01C2F771-7367-4BC5-ABFE-EF493167A2D7}" dt="2025-12-16T12:15:48.825" v="7105" actId="1076"/>
        <pc:sldMkLst>
          <pc:docMk/>
          <pc:sldMk cId="2941606130" sldId="304"/>
        </pc:sldMkLst>
        <pc:spChg chg="mod">
          <ac:chgData name="楷勛 盧" userId="d2779f25f74474fc" providerId="LiveId" clId="{01C2F771-7367-4BC5-ABFE-EF493167A2D7}" dt="2025-12-16T12:15:40.627" v="7101" actId="1076"/>
          <ac:spMkLst>
            <pc:docMk/>
            <pc:sldMk cId="2941606130" sldId="304"/>
            <ac:spMk id="2" creationId="{8FDAE23B-74B9-CE4F-989F-0B8C8A4C6B05}"/>
          </ac:spMkLst>
        </pc:spChg>
        <pc:spChg chg="add mod">
          <ac:chgData name="楷勛 盧" userId="d2779f25f74474fc" providerId="LiveId" clId="{01C2F771-7367-4BC5-ABFE-EF493167A2D7}" dt="2025-12-16T12:15:45.244" v="7103" actId="1076"/>
          <ac:spMkLst>
            <pc:docMk/>
            <pc:sldMk cId="2941606130" sldId="304"/>
            <ac:spMk id="3" creationId="{8EAF2993-981B-FDEA-8C04-F6A59E61E09F}"/>
          </ac:spMkLst>
        </pc:spChg>
        <pc:spChg chg="add mod">
          <ac:chgData name="楷勛 盧" userId="d2779f25f74474fc" providerId="LiveId" clId="{01C2F771-7367-4BC5-ABFE-EF493167A2D7}" dt="2025-12-16T12:15:48.825" v="7105" actId="1076"/>
          <ac:spMkLst>
            <pc:docMk/>
            <pc:sldMk cId="2941606130" sldId="304"/>
            <ac:spMk id="10" creationId="{9FC619F3-6C4D-8225-4265-9153EC8E3517}"/>
          </ac:spMkLst>
        </pc:spChg>
        <pc:spChg chg="add del">
          <ac:chgData name="楷勛 盧" userId="d2779f25f74474fc" providerId="LiveId" clId="{01C2F771-7367-4BC5-ABFE-EF493167A2D7}" dt="2025-12-16T12:06:35.157" v="6614" actId="478"/>
          <ac:spMkLst>
            <pc:docMk/>
            <pc:sldMk cId="2941606130" sldId="304"/>
            <ac:spMk id="11" creationId="{7A109439-EAB5-B1CB-9670-349CC970913F}"/>
          </ac:spMkLst>
        </pc:spChg>
        <pc:spChg chg="add mod">
          <ac:chgData name="楷勛 盧" userId="d2779f25f74474fc" providerId="LiveId" clId="{01C2F771-7367-4BC5-ABFE-EF493167A2D7}" dt="2025-12-16T12:15:40.325" v="7100" actId="1076"/>
          <ac:spMkLst>
            <pc:docMk/>
            <pc:sldMk cId="2941606130" sldId="304"/>
            <ac:spMk id="12" creationId="{0FE7F9B8-DE05-DCD6-22E5-F2B84E0DE135}"/>
          </ac:spMkLst>
        </pc:spChg>
        <pc:spChg chg="add mod">
          <ac:chgData name="楷勛 盧" userId="d2779f25f74474fc" providerId="LiveId" clId="{01C2F771-7367-4BC5-ABFE-EF493167A2D7}" dt="2025-12-16T12:15:40.325" v="7100" actId="1076"/>
          <ac:spMkLst>
            <pc:docMk/>
            <pc:sldMk cId="2941606130" sldId="304"/>
            <ac:spMk id="38" creationId="{F8D2C59A-0C73-AB80-8D02-08D3F57B8C81}"/>
          </ac:spMkLst>
        </pc:spChg>
        <pc:spChg chg="add mod">
          <ac:chgData name="楷勛 盧" userId="d2779f25f74474fc" providerId="LiveId" clId="{01C2F771-7367-4BC5-ABFE-EF493167A2D7}" dt="2025-12-16T12:15:40.325" v="7100" actId="1076"/>
          <ac:spMkLst>
            <pc:docMk/>
            <pc:sldMk cId="2941606130" sldId="304"/>
            <ac:spMk id="42" creationId="{16DAED33-53B2-C2F8-389B-D700DDF8F406}"/>
          </ac:spMkLst>
        </pc:spChg>
        <pc:spChg chg="add mod">
          <ac:chgData name="楷勛 盧" userId="d2779f25f74474fc" providerId="LiveId" clId="{01C2F771-7367-4BC5-ABFE-EF493167A2D7}" dt="2025-12-16T12:15:40.325" v="7100" actId="1076"/>
          <ac:spMkLst>
            <pc:docMk/>
            <pc:sldMk cId="2941606130" sldId="304"/>
            <ac:spMk id="50" creationId="{0DC6EDBC-D76B-3E34-B556-5F4E9FBE8FC6}"/>
          </ac:spMkLst>
        </pc:spChg>
        <pc:spChg chg="add mod">
          <ac:chgData name="楷勛 盧" userId="d2779f25f74474fc" providerId="LiveId" clId="{01C2F771-7367-4BC5-ABFE-EF493167A2D7}" dt="2025-12-16T12:15:40.325" v="7100" actId="1076"/>
          <ac:spMkLst>
            <pc:docMk/>
            <pc:sldMk cId="2941606130" sldId="304"/>
            <ac:spMk id="52" creationId="{D25DD165-1ABD-C139-A4F2-5EED931433BF}"/>
          </ac:spMkLst>
        </pc:spChg>
        <pc:picChg chg="del">
          <ac:chgData name="楷勛 盧" userId="d2779f25f74474fc" providerId="LiveId" clId="{01C2F771-7367-4BC5-ABFE-EF493167A2D7}" dt="2025-12-16T12:06:25.017" v="6612" actId="478"/>
          <ac:picMkLst>
            <pc:docMk/>
            <pc:sldMk cId="2941606130" sldId="304"/>
            <ac:picMk id="5" creationId="{EF333642-C2C8-36E0-1F9C-BDEEE65F3509}"/>
          </ac:picMkLst>
        </pc:picChg>
        <pc:picChg chg="add mod">
          <ac:chgData name="楷勛 盧" userId="d2779f25f74474fc" providerId="LiveId" clId="{01C2F771-7367-4BC5-ABFE-EF493167A2D7}" dt="2025-12-16T12:15:40.325" v="7100" actId="1076"/>
          <ac:picMkLst>
            <pc:docMk/>
            <pc:sldMk cId="2941606130" sldId="304"/>
            <ac:picMk id="6" creationId="{6B8BF0C9-7F8E-FFC7-946C-2CAE6B0F0CBF}"/>
          </ac:picMkLst>
        </pc:picChg>
        <pc:picChg chg="add mod">
          <ac:chgData name="楷勛 盧" userId="d2779f25f74474fc" providerId="LiveId" clId="{01C2F771-7367-4BC5-ABFE-EF493167A2D7}" dt="2025-12-16T12:07:28.171" v="6693"/>
          <ac:picMkLst>
            <pc:docMk/>
            <pc:sldMk cId="2941606130" sldId="304"/>
            <ac:picMk id="18" creationId="{BF2193D2-8A6B-08B9-E99D-DE424953E0E3}"/>
          </ac:picMkLst>
        </pc:picChg>
        <pc:picChg chg="add del mod">
          <ac:chgData name="楷勛 盧" userId="d2779f25f74474fc" providerId="LiveId" clId="{01C2F771-7367-4BC5-ABFE-EF493167A2D7}" dt="2025-12-16T12:11:51.995" v="6721" actId="478"/>
          <ac:picMkLst>
            <pc:docMk/>
            <pc:sldMk cId="2941606130" sldId="304"/>
            <ac:picMk id="32" creationId="{3A1BAB33-25CF-88FC-D0E1-2C6CBC7F7676}"/>
          </ac:picMkLst>
        </pc:picChg>
        <pc:picChg chg="add mod">
          <ac:chgData name="楷勛 盧" userId="d2779f25f74474fc" providerId="LiveId" clId="{01C2F771-7367-4BC5-ABFE-EF493167A2D7}" dt="2025-12-16T12:12:11.422" v="6730"/>
          <ac:picMkLst>
            <pc:docMk/>
            <pc:sldMk cId="2941606130" sldId="304"/>
            <ac:picMk id="37" creationId="{49C46A4F-CC71-9DF0-A63A-8AF04ECE0B0F}"/>
          </ac:picMkLst>
        </pc:picChg>
        <pc:picChg chg="add del mod">
          <ac:chgData name="楷勛 盧" userId="d2779f25f74474fc" providerId="LiveId" clId="{01C2F771-7367-4BC5-ABFE-EF493167A2D7}" dt="2025-12-16T12:13:10.717" v="6813" actId="478"/>
          <ac:picMkLst>
            <pc:docMk/>
            <pc:sldMk cId="2941606130" sldId="304"/>
            <ac:picMk id="41" creationId="{A4AB1E5C-1CD0-2C38-14F8-99FB275DDAA7}"/>
          </ac:picMkLst>
        </pc:picChg>
        <pc:cxnChg chg="add mod">
          <ac:chgData name="楷勛 盧" userId="d2779f25f74474fc" providerId="LiveId" clId="{01C2F771-7367-4BC5-ABFE-EF493167A2D7}" dt="2025-12-16T12:15:45.244" v="7103" actId="1076"/>
          <ac:cxnSpMkLst>
            <pc:docMk/>
            <pc:sldMk cId="2941606130" sldId="304"/>
            <ac:cxnSpMk id="8" creationId="{C8EB5FED-334E-2FD1-09ED-32FE978C725B}"/>
          </ac:cxnSpMkLst>
        </pc:cxnChg>
        <pc:cxnChg chg="add mod">
          <ac:chgData name="楷勛 盧" userId="d2779f25f74474fc" providerId="LiveId" clId="{01C2F771-7367-4BC5-ABFE-EF493167A2D7}" dt="2025-12-16T12:13:06.465" v="6810" actId="14100"/>
          <ac:cxnSpMkLst>
            <pc:docMk/>
            <pc:sldMk cId="2941606130" sldId="304"/>
            <ac:cxnSpMk id="13" creationId="{A24250A0-065E-2A63-24FF-88ECA09AFA6A}"/>
          </ac:cxnSpMkLst>
        </pc:cxnChg>
        <pc:cxnChg chg="add mod">
          <ac:chgData name="楷勛 盧" userId="d2779f25f74474fc" providerId="LiveId" clId="{01C2F771-7367-4BC5-ABFE-EF493167A2D7}" dt="2025-12-16T12:15:45.244" v="7103" actId="1076"/>
          <ac:cxnSpMkLst>
            <pc:docMk/>
            <pc:sldMk cId="2941606130" sldId="304"/>
            <ac:cxnSpMk id="23" creationId="{9E49E002-11F2-4488-62A0-F405BE3D18BA}"/>
          </ac:cxnSpMkLst>
        </pc:cxnChg>
        <pc:cxnChg chg="add mod">
          <ac:chgData name="楷勛 盧" userId="d2779f25f74474fc" providerId="LiveId" clId="{01C2F771-7367-4BC5-ABFE-EF493167A2D7}" dt="2025-12-16T12:13:50.166" v="6881" actId="14100"/>
          <ac:cxnSpMkLst>
            <pc:docMk/>
            <pc:sldMk cId="2941606130" sldId="304"/>
            <ac:cxnSpMk id="44" creationId="{BF72CD0F-A880-DFBF-7868-23F60E1BA09E}"/>
          </ac:cxnSpMkLst>
        </pc:cxnChg>
        <pc:cxnChg chg="add mod">
          <ac:chgData name="楷勛 盧" userId="d2779f25f74474fc" providerId="LiveId" clId="{01C2F771-7367-4BC5-ABFE-EF493167A2D7}" dt="2025-12-16T12:15:40.325" v="7100" actId="1076"/>
          <ac:cxnSpMkLst>
            <pc:docMk/>
            <pc:sldMk cId="2941606130" sldId="304"/>
            <ac:cxnSpMk id="47" creationId="{1DB4BBE7-B2DD-F556-3233-F0F8E1A7F409}"/>
          </ac:cxnSpMkLst>
        </pc:cxnChg>
        <pc:cxnChg chg="add mod">
          <ac:chgData name="楷勛 盧" userId="d2779f25f74474fc" providerId="LiveId" clId="{01C2F771-7367-4BC5-ABFE-EF493167A2D7}" dt="2025-12-16T12:15:35.395" v="7099" actId="14100"/>
          <ac:cxnSpMkLst>
            <pc:docMk/>
            <pc:sldMk cId="2941606130" sldId="304"/>
            <ac:cxnSpMk id="51" creationId="{80C7EBD5-590B-70A1-B384-186AFE0080B3}"/>
          </ac:cxnSpMkLst>
        </pc:cxnChg>
        <pc:cxnChg chg="add mod">
          <ac:chgData name="楷勛 盧" userId="d2779f25f74474fc" providerId="LiveId" clId="{01C2F771-7367-4BC5-ABFE-EF493167A2D7}" dt="2025-12-16T12:14:38.177" v="6933" actId="1076"/>
          <ac:cxnSpMkLst>
            <pc:docMk/>
            <pc:sldMk cId="2941606130" sldId="304"/>
            <ac:cxnSpMk id="53" creationId="{667C3F24-7169-B55D-EE80-DBA7719B818F}"/>
          </ac:cxnSpMkLst>
        </pc:cxnChg>
      </pc:sldChg>
      <pc:sldChg chg="addSp delSp modSp add mod ord">
        <pc:chgData name="楷勛 盧" userId="d2779f25f74474fc" providerId="LiveId" clId="{01C2F771-7367-4BC5-ABFE-EF493167A2D7}" dt="2025-12-17T03:40:27.370" v="8637" actId="1076"/>
        <pc:sldMkLst>
          <pc:docMk/>
          <pc:sldMk cId="3600942307" sldId="305"/>
        </pc:sldMkLst>
        <pc:spChg chg="mod">
          <ac:chgData name="楷勛 盧" userId="d2779f25f74474fc" providerId="LiveId" clId="{01C2F771-7367-4BC5-ABFE-EF493167A2D7}" dt="2025-12-16T11:25:13.391" v="6210" actId="6549"/>
          <ac:spMkLst>
            <pc:docMk/>
            <pc:sldMk cId="3600942307" sldId="305"/>
            <ac:spMk id="2" creationId="{C7DE97FA-F46F-B14F-49BC-DBC33BC785A8}"/>
          </ac:spMkLst>
        </pc:spChg>
        <pc:spChg chg="add mod">
          <ac:chgData name="楷勛 盧" userId="d2779f25f74474fc" providerId="LiveId" clId="{01C2F771-7367-4BC5-ABFE-EF493167A2D7}" dt="2025-12-17T03:38:51.054" v="8609" actId="1076"/>
          <ac:spMkLst>
            <pc:docMk/>
            <pc:sldMk cId="3600942307" sldId="305"/>
            <ac:spMk id="5" creationId="{85C6EEB0-55C2-1CC8-5DB3-A09667C32150}"/>
          </ac:spMkLst>
        </pc:spChg>
        <pc:spChg chg="add mod">
          <ac:chgData name="楷勛 盧" userId="d2779f25f74474fc" providerId="LiveId" clId="{01C2F771-7367-4BC5-ABFE-EF493167A2D7}" dt="2025-12-16T11:27:37.667" v="6305" actId="1076"/>
          <ac:spMkLst>
            <pc:docMk/>
            <pc:sldMk cId="3600942307" sldId="305"/>
            <ac:spMk id="7" creationId="{E22697AB-D95B-021F-BA76-7B4F4005D276}"/>
          </ac:spMkLst>
        </pc:spChg>
        <pc:spChg chg="add mod">
          <ac:chgData name="楷勛 盧" userId="d2779f25f74474fc" providerId="LiveId" clId="{01C2F771-7367-4BC5-ABFE-EF493167A2D7}" dt="2025-12-16T11:39:13.136" v="6410" actId="1076"/>
          <ac:spMkLst>
            <pc:docMk/>
            <pc:sldMk cId="3600942307" sldId="305"/>
            <ac:spMk id="8" creationId="{EB2B50C8-8ADA-16C4-0903-2589A3E8743D}"/>
          </ac:spMkLst>
        </pc:spChg>
        <pc:spChg chg="add del mod">
          <ac:chgData name="楷勛 盧" userId="d2779f25f74474fc" providerId="LiveId" clId="{01C2F771-7367-4BC5-ABFE-EF493167A2D7}" dt="2025-12-16T11:25:14.773" v="6212"/>
          <ac:spMkLst>
            <pc:docMk/>
            <pc:sldMk cId="3600942307" sldId="305"/>
            <ac:spMk id="10" creationId="{666065E2-BA6F-F12B-B2CE-A7A8D11ABB69}"/>
          </ac:spMkLst>
        </pc:spChg>
        <pc:spChg chg="add del mod">
          <ac:chgData name="楷勛 盧" userId="d2779f25f74474fc" providerId="LiveId" clId="{01C2F771-7367-4BC5-ABFE-EF493167A2D7}" dt="2025-12-16T11:25:22.147" v="6217" actId="478"/>
          <ac:spMkLst>
            <pc:docMk/>
            <pc:sldMk cId="3600942307" sldId="305"/>
            <ac:spMk id="12" creationId="{A4CD38F3-1212-F5F0-F717-F0035DCF8594}"/>
          </ac:spMkLst>
        </pc:spChg>
        <pc:spChg chg="add mod ord">
          <ac:chgData name="楷勛 盧" userId="d2779f25f74474fc" providerId="LiveId" clId="{01C2F771-7367-4BC5-ABFE-EF493167A2D7}" dt="2025-12-17T03:38:32.448" v="8601" actId="1076"/>
          <ac:spMkLst>
            <pc:docMk/>
            <pc:sldMk cId="3600942307" sldId="305"/>
            <ac:spMk id="13" creationId="{2FD23D02-C4DD-C46D-F459-3C8C42851D4B}"/>
          </ac:spMkLst>
        </pc:spChg>
        <pc:spChg chg="add del">
          <ac:chgData name="楷勛 盧" userId="d2779f25f74474fc" providerId="LiveId" clId="{01C2F771-7367-4BC5-ABFE-EF493167A2D7}" dt="2025-12-16T11:26:30.186" v="6237" actId="22"/>
          <ac:spMkLst>
            <pc:docMk/>
            <pc:sldMk cId="3600942307" sldId="305"/>
            <ac:spMk id="18" creationId="{7CD2D393-7E83-7D99-FCD1-2DDC2F217F8D}"/>
          </ac:spMkLst>
        </pc:spChg>
        <pc:spChg chg="add mod">
          <ac:chgData name="楷勛 盧" userId="d2779f25f74474fc" providerId="LiveId" clId="{01C2F771-7367-4BC5-ABFE-EF493167A2D7}" dt="2025-12-16T11:26:56.605" v="6258" actId="1076"/>
          <ac:spMkLst>
            <pc:docMk/>
            <pc:sldMk cId="3600942307" sldId="305"/>
            <ac:spMk id="19" creationId="{FFF9C4F9-4E86-246A-2119-673ED8318E8A}"/>
          </ac:spMkLst>
        </pc:spChg>
        <pc:spChg chg="add mod">
          <ac:chgData name="楷勛 盧" userId="d2779f25f74474fc" providerId="LiveId" clId="{01C2F771-7367-4BC5-ABFE-EF493167A2D7}" dt="2025-12-17T03:39:13.801" v="8619" actId="1076"/>
          <ac:spMkLst>
            <pc:docMk/>
            <pc:sldMk cId="3600942307" sldId="305"/>
            <ac:spMk id="27" creationId="{1DB0643B-40B8-4AC9-16B0-EE715907F053}"/>
          </ac:spMkLst>
        </pc:spChg>
        <pc:graphicFrameChg chg="add del mod modGraphic">
          <ac:chgData name="楷勛 盧" userId="d2779f25f74474fc" providerId="LiveId" clId="{01C2F771-7367-4BC5-ABFE-EF493167A2D7}" dt="2025-12-16T11:25:48.781" v="6223" actId="478"/>
          <ac:graphicFrameMkLst>
            <pc:docMk/>
            <pc:sldMk cId="3600942307" sldId="305"/>
            <ac:graphicFrameMk id="3" creationId="{1DFFF424-0AEF-3F31-39C2-46EA9E248514}"/>
          </ac:graphicFrameMkLst>
        </pc:graphicFrameChg>
        <pc:graphicFrameChg chg="add del mod modGraphic">
          <ac:chgData name="楷勛 盧" userId="d2779f25f74474fc" providerId="LiveId" clId="{01C2F771-7367-4BC5-ABFE-EF493167A2D7}" dt="2025-12-16T11:26:03.578" v="6228" actId="478"/>
          <ac:graphicFrameMkLst>
            <pc:docMk/>
            <pc:sldMk cId="3600942307" sldId="305"/>
            <ac:graphicFrameMk id="4" creationId="{6D8A1FF9-B60F-93A5-6A95-6AD27624CB3F}"/>
          </ac:graphicFrameMkLst>
        </pc:graphicFrameChg>
        <pc:graphicFrameChg chg="add mod modGraphic">
          <ac:chgData name="楷勛 盧" userId="d2779f25f74474fc" providerId="LiveId" clId="{01C2F771-7367-4BC5-ABFE-EF493167A2D7}" dt="2025-12-16T11:26:08.500" v="6233" actId="14734"/>
          <ac:graphicFrameMkLst>
            <pc:docMk/>
            <pc:sldMk cId="3600942307" sldId="305"/>
            <ac:graphicFrameMk id="14" creationId="{3FE9C873-431D-469A-BF2D-17D28294E1CB}"/>
          </ac:graphicFrameMkLst>
        </pc:graphicFrameChg>
        <pc:graphicFrameChg chg="add mod">
          <ac:chgData name="楷勛 盧" userId="d2779f25f74474fc" providerId="LiveId" clId="{01C2F771-7367-4BC5-ABFE-EF493167A2D7}" dt="2025-12-16T11:26:06.422" v="6231"/>
          <ac:graphicFrameMkLst>
            <pc:docMk/>
            <pc:sldMk cId="3600942307" sldId="305"/>
            <ac:graphicFrameMk id="15" creationId="{B2C12275-9DF0-2B9A-2748-2F9E20E5DD74}"/>
          </ac:graphicFrameMkLst>
        </pc:graphicFrameChg>
        <pc:graphicFrameChg chg="add mod modGraphic">
          <ac:chgData name="楷勛 盧" userId="d2779f25f74474fc" providerId="LiveId" clId="{01C2F771-7367-4BC5-ABFE-EF493167A2D7}" dt="2025-12-16T11:40:08.655" v="6426" actId="1076"/>
          <ac:graphicFrameMkLst>
            <pc:docMk/>
            <pc:sldMk cId="3600942307" sldId="305"/>
            <ac:graphicFrameMk id="16" creationId="{CD95C02A-E5EE-7D91-0DAE-1A0814BF8592}"/>
          </ac:graphicFrameMkLst>
        </pc:graphicFrameChg>
        <pc:graphicFrameChg chg="add mod">
          <ac:chgData name="楷勛 盧" userId="d2779f25f74474fc" providerId="LiveId" clId="{01C2F771-7367-4BC5-ABFE-EF493167A2D7}" dt="2025-12-16T11:40:08.655" v="6426" actId="1076"/>
          <ac:graphicFrameMkLst>
            <pc:docMk/>
            <pc:sldMk cId="3600942307" sldId="305"/>
            <ac:graphicFrameMk id="41" creationId="{32AB2063-41CC-07A5-1C7E-22B579F719AB}"/>
          </ac:graphicFrameMkLst>
        </pc:graphicFrameChg>
        <pc:graphicFrameChg chg="add mod">
          <ac:chgData name="楷勛 盧" userId="d2779f25f74474fc" providerId="LiveId" clId="{01C2F771-7367-4BC5-ABFE-EF493167A2D7}" dt="2025-12-16T11:40:08.655" v="6426" actId="1076"/>
          <ac:graphicFrameMkLst>
            <pc:docMk/>
            <pc:sldMk cId="3600942307" sldId="305"/>
            <ac:graphicFrameMk id="42" creationId="{C767BB0C-2820-0B7E-8CF2-9A21FD11C1D8}"/>
          </ac:graphicFrameMkLst>
        </pc:graphicFrameChg>
        <pc:picChg chg="add mod">
          <ac:chgData name="楷勛 盧" userId="d2779f25f74474fc" providerId="LiveId" clId="{01C2F771-7367-4BC5-ABFE-EF493167A2D7}" dt="2025-12-17T02:29:04.968" v="8578" actId="1076"/>
          <ac:picMkLst>
            <pc:docMk/>
            <pc:sldMk cId="3600942307" sldId="305"/>
            <ac:picMk id="4" creationId="{C085CEB7-DF6B-451E-C2FB-6193B588857D}"/>
          </ac:picMkLst>
        </pc:picChg>
        <pc:picChg chg="del">
          <ac:chgData name="楷勛 盧" userId="d2779f25f74474fc" providerId="LiveId" clId="{01C2F771-7367-4BC5-ABFE-EF493167A2D7}" dt="2025-12-16T11:14:16.315" v="6054" actId="478"/>
          <ac:picMkLst>
            <pc:docMk/>
            <pc:sldMk cId="3600942307" sldId="305"/>
            <ac:picMk id="5" creationId="{C9C2502C-B8EF-7953-8D45-C2D1D82A319D}"/>
          </ac:picMkLst>
        </pc:picChg>
        <pc:picChg chg="add mod">
          <ac:chgData name="楷勛 盧" userId="d2779f25f74474fc" providerId="LiveId" clId="{01C2F771-7367-4BC5-ABFE-EF493167A2D7}" dt="2025-12-17T03:40:27.370" v="8637" actId="1076"/>
          <ac:picMkLst>
            <pc:docMk/>
            <pc:sldMk cId="3600942307" sldId="305"/>
            <ac:picMk id="3074" creationId="{F76356C4-F28F-B8EB-34E6-61FFC5E7BA69}"/>
          </ac:picMkLst>
        </pc:picChg>
        <pc:cxnChg chg="add mod">
          <ac:chgData name="楷勛 盧" userId="d2779f25f74474fc" providerId="LiveId" clId="{01C2F771-7367-4BC5-ABFE-EF493167A2D7}" dt="2025-12-17T03:39:36.541" v="8620" actId="1582"/>
          <ac:cxnSpMkLst>
            <pc:docMk/>
            <pc:sldMk cId="3600942307" sldId="305"/>
            <ac:cxnSpMk id="10" creationId="{93E08C0A-5200-30A1-2EF1-BF0C65F19958}"/>
          </ac:cxnSpMkLst>
        </pc:cxnChg>
        <pc:cxnChg chg="add mod">
          <ac:chgData name="楷勛 盧" userId="d2779f25f74474fc" providerId="LiveId" clId="{01C2F771-7367-4BC5-ABFE-EF493167A2D7}" dt="2025-12-17T03:39:42.730" v="8621" actId="1582"/>
          <ac:cxnSpMkLst>
            <pc:docMk/>
            <pc:sldMk cId="3600942307" sldId="305"/>
            <ac:cxnSpMk id="15" creationId="{96A3E493-D36E-FBBD-C058-5F26D7DC4847}"/>
          </ac:cxnSpMkLst>
        </pc:cxnChg>
        <pc:cxnChg chg="add mod">
          <ac:chgData name="楷勛 盧" userId="d2779f25f74474fc" providerId="LiveId" clId="{01C2F771-7367-4BC5-ABFE-EF493167A2D7}" dt="2025-12-17T03:38:52.985" v="8610" actId="14100"/>
          <ac:cxnSpMkLst>
            <pc:docMk/>
            <pc:sldMk cId="3600942307" sldId="305"/>
            <ac:cxnSpMk id="21" creationId="{22864432-83C1-467B-63DE-BD5FA70391D6}"/>
          </ac:cxnSpMkLst>
        </pc:cxnChg>
        <pc:cxnChg chg="add mod">
          <ac:chgData name="楷勛 盧" userId="d2779f25f74474fc" providerId="LiveId" clId="{01C2F771-7367-4BC5-ABFE-EF493167A2D7}" dt="2025-12-17T03:38:55.510" v="8611" actId="14100"/>
          <ac:cxnSpMkLst>
            <pc:docMk/>
            <pc:sldMk cId="3600942307" sldId="305"/>
            <ac:cxnSpMk id="24" creationId="{6D3F5B18-D502-14F3-4763-13C9933462D9}"/>
          </ac:cxnSpMkLst>
        </pc:cxnChg>
        <pc:cxnChg chg="add mod">
          <ac:chgData name="楷勛 盧" userId="d2779f25f74474fc" providerId="LiveId" clId="{01C2F771-7367-4BC5-ABFE-EF493167A2D7}" dt="2025-12-17T03:40:13.012" v="8630" actId="1076"/>
          <ac:cxnSpMkLst>
            <pc:docMk/>
            <pc:sldMk cId="3600942307" sldId="305"/>
            <ac:cxnSpMk id="28" creationId="{3336248E-3F39-9244-5484-2DDCE4C08BE7}"/>
          </ac:cxnSpMkLst>
        </pc:cxnChg>
        <pc:cxnChg chg="add mod ord">
          <ac:chgData name="楷勛 盧" userId="d2779f25f74474fc" providerId="LiveId" clId="{01C2F771-7367-4BC5-ABFE-EF493167A2D7}" dt="2025-12-16T11:41:33.732" v="6431" actId="167"/>
          <ac:cxnSpMkLst>
            <pc:docMk/>
            <pc:sldMk cId="3600942307" sldId="305"/>
            <ac:cxnSpMk id="31" creationId="{80DD3E79-3ACE-252B-AB52-7202D172DC59}"/>
          </ac:cxnSpMkLst>
        </pc:cxnChg>
        <pc:cxnChg chg="add mod">
          <ac:chgData name="楷勛 盧" userId="d2779f25f74474fc" providerId="LiveId" clId="{01C2F771-7367-4BC5-ABFE-EF493167A2D7}" dt="2025-12-17T03:40:10.175" v="8629" actId="1076"/>
          <ac:cxnSpMkLst>
            <pc:docMk/>
            <pc:sldMk cId="3600942307" sldId="305"/>
            <ac:cxnSpMk id="32" creationId="{5A51CB8F-94A2-3EEB-8438-9ECBC022D000}"/>
          </ac:cxnSpMkLst>
        </pc:cxnChg>
        <pc:cxnChg chg="add mod">
          <ac:chgData name="楷勛 盧" userId="d2779f25f74474fc" providerId="LiveId" clId="{01C2F771-7367-4BC5-ABFE-EF493167A2D7}" dt="2025-12-16T11:40:20.584" v="6428" actId="14100"/>
          <ac:cxnSpMkLst>
            <pc:docMk/>
            <pc:sldMk cId="3600942307" sldId="305"/>
            <ac:cxnSpMk id="34" creationId="{11694B4E-732C-03D7-9EFE-90FB7BA9A591}"/>
          </ac:cxnSpMkLst>
        </pc:cxnChg>
        <pc:cxnChg chg="add mod ord">
          <ac:chgData name="楷勛 盧" userId="d2779f25f74474fc" providerId="LiveId" clId="{01C2F771-7367-4BC5-ABFE-EF493167A2D7}" dt="2025-12-17T03:40:22" v="8633" actId="167"/>
          <ac:cxnSpMkLst>
            <pc:docMk/>
            <pc:sldMk cId="3600942307" sldId="305"/>
            <ac:cxnSpMk id="35" creationId="{31A16252-5800-78F0-8D96-E421E6489EA8}"/>
          </ac:cxnSpMkLst>
        </pc:cxnChg>
        <pc:cxnChg chg="add mod ord">
          <ac:chgData name="楷勛 盧" userId="d2779f25f74474fc" providerId="LiveId" clId="{01C2F771-7367-4BC5-ABFE-EF493167A2D7}" dt="2025-12-17T03:40:27.060" v="8636" actId="167"/>
          <ac:cxnSpMkLst>
            <pc:docMk/>
            <pc:sldMk cId="3600942307" sldId="305"/>
            <ac:cxnSpMk id="36" creationId="{5A188C8D-BA2B-DE81-AFA3-8C075E8B9D16}"/>
          </ac:cxnSpMkLst>
        </pc:cxnChg>
      </pc:sldChg>
      <pc:sldChg chg="addSp delSp modSp add mod">
        <pc:chgData name="楷勛 盧" userId="d2779f25f74474fc" providerId="LiveId" clId="{01C2F771-7367-4BC5-ABFE-EF493167A2D7}" dt="2025-12-16T11:54:17.529" v="6521" actId="1076"/>
        <pc:sldMkLst>
          <pc:docMk/>
          <pc:sldMk cId="3454522404" sldId="306"/>
        </pc:sldMkLst>
        <pc:picChg chg="add mod">
          <ac:chgData name="楷勛 盧" userId="d2779f25f74474fc" providerId="LiveId" clId="{01C2F771-7367-4BC5-ABFE-EF493167A2D7}" dt="2025-12-16T11:54:17.529" v="6521" actId="1076"/>
          <ac:picMkLst>
            <pc:docMk/>
            <pc:sldMk cId="3454522404" sldId="306"/>
            <ac:picMk id="3" creationId="{D09956D8-D5BF-4C2D-117B-97BFD007B1E6}"/>
          </ac:picMkLst>
        </pc:picChg>
        <pc:picChg chg="del">
          <ac:chgData name="楷勛 盧" userId="d2779f25f74474fc" providerId="LiveId" clId="{01C2F771-7367-4BC5-ABFE-EF493167A2D7}" dt="2025-12-16T11:40:53.762" v="6430" actId="478"/>
          <ac:picMkLst>
            <pc:docMk/>
            <pc:sldMk cId="3454522404" sldId="306"/>
            <ac:picMk id="5" creationId="{5340A2FE-D0E4-E808-A37D-D5B71ABDF840}"/>
          </ac:picMkLst>
        </pc:picChg>
        <pc:picChg chg="add mod">
          <ac:chgData name="楷勛 盧" userId="d2779f25f74474fc" providerId="LiveId" clId="{01C2F771-7367-4BC5-ABFE-EF493167A2D7}" dt="2025-12-16T11:54:16.270" v="6520" actId="1076"/>
          <ac:picMkLst>
            <pc:docMk/>
            <pc:sldMk cId="3454522404" sldId="306"/>
            <ac:picMk id="6" creationId="{5840E2B2-5D1F-88EB-E861-A7C5C48D58DB}"/>
          </ac:picMkLst>
        </pc:picChg>
      </pc:sldChg>
      <pc:sldChg chg="addSp delSp modSp add mod">
        <pc:chgData name="楷勛 盧" userId="d2779f25f74474fc" providerId="LiveId" clId="{01C2F771-7367-4BC5-ABFE-EF493167A2D7}" dt="2025-12-16T11:51:39.394" v="6507" actId="1076"/>
        <pc:sldMkLst>
          <pc:docMk/>
          <pc:sldMk cId="2095583159" sldId="307"/>
        </pc:sldMkLst>
        <pc:picChg chg="del">
          <ac:chgData name="楷勛 盧" userId="d2779f25f74474fc" providerId="LiveId" clId="{01C2F771-7367-4BC5-ABFE-EF493167A2D7}" dt="2025-12-16T11:45:58.162" v="6466" actId="478"/>
          <ac:picMkLst>
            <pc:docMk/>
            <pc:sldMk cId="2095583159" sldId="307"/>
            <ac:picMk id="4" creationId="{78C0F881-F3F4-0231-0437-B32C72FE2B4D}"/>
          </ac:picMkLst>
        </pc:picChg>
        <pc:picChg chg="add mod">
          <ac:chgData name="楷勛 盧" userId="d2779f25f74474fc" providerId="LiveId" clId="{01C2F771-7367-4BC5-ABFE-EF493167A2D7}" dt="2025-12-16T11:51:19.964" v="6495" actId="1076"/>
          <ac:picMkLst>
            <pc:docMk/>
            <pc:sldMk cId="2095583159" sldId="307"/>
            <ac:picMk id="5" creationId="{A7F35DEB-488D-B462-FECF-CA1754C0BC9D}"/>
          </ac:picMkLst>
        </pc:picChg>
        <pc:picChg chg="del">
          <ac:chgData name="楷勛 盧" userId="d2779f25f74474fc" providerId="LiveId" clId="{01C2F771-7367-4BC5-ABFE-EF493167A2D7}" dt="2025-12-16T11:45:58.531" v="6467" actId="478"/>
          <ac:picMkLst>
            <pc:docMk/>
            <pc:sldMk cId="2095583159" sldId="307"/>
            <ac:picMk id="7" creationId="{2020842B-BE26-D38C-047C-3FD3D53C6D02}"/>
          </ac:picMkLst>
        </pc:picChg>
        <pc:picChg chg="add del mod">
          <ac:chgData name="楷勛 盧" userId="d2779f25f74474fc" providerId="LiveId" clId="{01C2F771-7367-4BC5-ABFE-EF493167A2D7}" dt="2025-12-16T11:51:13.475" v="6485" actId="478"/>
          <ac:picMkLst>
            <pc:docMk/>
            <pc:sldMk cId="2095583159" sldId="307"/>
            <ac:picMk id="8" creationId="{BC7DDF10-0886-B11D-2059-FB39DAD71B6E}"/>
          </ac:picMkLst>
        </pc:picChg>
        <pc:picChg chg="del mod">
          <ac:chgData name="楷勛 盧" userId="d2779f25f74474fc" providerId="LiveId" clId="{01C2F771-7367-4BC5-ABFE-EF493167A2D7}" dt="2025-12-16T11:45:58.790" v="6469" actId="478"/>
          <ac:picMkLst>
            <pc:docMk/>
            <pc:sldMk cId="2095583159" sldId="307"/>
            <ac:picMk id="9" creationId="{38FE8D55-D4DA-E73D-801E-32EEEB43FCD9}"/>
          </ac:picMkLst>
        </pc:picChg>
        <pc:picChg chg="add mod">
          <ac:chgData name="楷勛 盧" userId="d2779f25f74474fc" providerId="LiveId" clId="{01C2F771-7367-4BC5-ABFE-EF493167A2D7}" dt="2025-12-16T11:51:39.394" v="6507" actId="1076"/>
          <ac:picMkLst>
            <pc:docMk/>
            <pc:sldMk cId="2095583159" sldId="307"/>
            <ac:picMk id="11" creationId="{A4F67A1E-5294-0FD7-A522-8DB5AC14CBA6}"/>
          </ac:picMkLst>
        </pc:picChg>
        <pc:picChg chg="add mod">
          <ac:chgData name="楷勛 盧" userId="d2779f25f74474fc" providerId="LiveId" clId="{01C2F771-7367-4BC5-ABFE-EF493167A2D7}" dt="2025-12-16T11:51:38.395" v="6506" actId="1076"/>
          <ac:picMkLst>
            <pc:docMk/>
            <pc:sldMk cId="2095583159" sldId="307"/>
            <ac:picMk id="13" creationId="{CF110F9F-ABF6-8FAB-089C-734A572D2440}"/>
          </ac:picMkLst>
        </pc:picChg>
      </pc:sldChg>
      <pc:sldChg chg="addSp delSp modSp add del mod">
        <pc:chgData name="楷勛 盧" userId="d2779f25f74474fc" providerId="LiveId" clId="{01C2F771-7367-4BC5-ABFE-EF493167A2D7}" dt="2025-12-16T16:27:08.397" v="8417" actId="47"/>
        <pc:sldMkLst>
          <pc:docMk/>
          <pc:sldMk cId="2448731297" sldId="308"/>
        </pc:sldMkLst>
        <pc:spChg chg="del">
          <ac:chgData name="楷勛 盧" userId="d2779f25f74474fc" providerId="LiveId" clId="{01C2F771-7367-4BC5-ABFE-EF493167A2D7}" dt="2025-12-16T12:16:19.096" v="7108" actId="478"/>
          <ac:spMkLst>
            <pc:docMk/>
            <pc:sldMk cId="2448731297" sldId="308"/>
            <ac:spMk id="3" creationId="{7F63C502-2838-03A2-069D-92237312E0A5}"/>
          </ac:spMkLst>
        </pc:spChg>
        <pc:spChg chg="add del">
          <ac:chgData name="楷勛 盧" userId="d2779f25f74474fc" providerId="LiveId" clId="{01C2F771-7367-4BC5-ABFE-EF493167A2D7}" dt="2025-12-16T12:25:21.350" v="7110" actId="22"/>
          <ac:spMkLst>
            <pc:docMk/>
            <pc:sldMk cId="2448731297" sldId="308"/>
            <ac:spMk id="5" creationId="{AA8908D4-383B-9A38-A36F-D3ADBD0556E5}"/>
          </ac:spMkLst>
        </pc:spChg>
        <pc:spChg chg="del">
          <ac:chgData name="楷勛 盧" userId="d2779f25f74474fc" providerId="LiveId" clId="{01C2F771-7367-4BC5-ABFE-EF493167A2D7}" dt="2025-12-16T12:16:19.096" v="7108" actId="478"/>
          <ac:spMkLst>
            <pc:docMk/>
            <pc:sldMk cId="2448731297" sldId="308"/>
            <ac:spMk id="10" creationId="{61DDC0E2-DF70-8065-437E-6D6131680A86}"/>
          </ac:spMkLst>
        </pc:spChg>
        <pc:spChg chg="del">
          <ac:chgData name="楷勛 盧" userId="d2779f25f74474fc" providerId="LiveId" clId="{01C2F771-7367-4BC5-ABFE-EF493167A2D7}" dt="2025-12-16T12:16:19.096" v="7108" actId="478"/>
          <ac:spMkLst>
            <pc:docMk/>
            <pc:sldMk cId="2448731297" sldId="308"/>
            <ac:spMk id="12" creationId="{A1698B5A-B26E-1743-F7F6-599978900A84}"/>
          </ac:spMkLst>
        </pc:spChg>
        <pc:spChg chg="del">
          <ac:chgData name="楷勛 盧" userId="d2779f25f74474fc" providerId="LiveId" clId="{01C2F771-7367-4BC5-ABFE-EF493167A2D7}" dt="2025-12-16T12:16:19.096" v="7108" actId="478"/>
          <ac:spMkLst>
            <pc:docMk/>
            <pc:sldMk cId="2448731297" sldId="308"/>
            <ac:spMk id="38" creationId="{CA4DAE63-82F2-DEB8-58D4-DF86EF74855D}"/>
          </ac:spMkLst>
        </pc:spChg>
        <pc:spChg chg="del">
          <ac:chgData name="楷勛 盧" userId="d2779f25f74474fc" providerId="LiveId" clId="{01C2F771-7367-4BC5-ABFE-EF493167A2D7}" dt="2025-12-16T12:16:19.096" v="7108" actId="478"/>
          <ac:spMkLst>
            <pc:docMk/>
            <pc:sldMk cId="2448731297" sldId="308"/>
            <ac:spMk id="42" creationId="{2A6981A0-CECF-70AF-9E04-32B61D1F99E5}"/>
          </ac:spMkLst>
        </pc:spChg>
        <pc:spChg chg="del">
          <ac:chgData name="楷勛 盧" userId="d2779f25f74474fc" providerId="LiveId" clId="{01C2F771-7367-4BC5-ABFE-EF493167A2D7}" dt="2025-12-16T12:16:19.096" v="7108" actId="478"/>
          <ac:spMkLst>
            <pc:docMk/>
            <pc:sldMk cId="2448731297" sldId="308"/>
            <ac:spMk id="50" creationId="{F125AB23-9E46-2A22-BF9E-10B5C0BFA8D8}"/>
          </ac:spMkLst>
        </pc:spChg>
        <pc:spChg chg="del">
          <ac:chgData name="楷勛 盧" userId="d2779f25f74474fc" providerId="LiveId" clId="{01C2F771-7367-4BC5-ABFE-EF493167A2D7}" dt="2025-12-16T12:16:19.096" v="7108" actId="478"/>
          <ac:spMkLst>
            <pc:docMk/>
            <pc:sldMk cId="2448731297" sldId="308"/>
            <ac:spMk id="52" creationId="{73B9004F-9E40-551B-311A-0DCD7F683676}"/>
          </ac:spMkLst>
        </pc:spChg>
        <pc:picChg chg="del">
          <ac:chgData name="楷勛 盧" userId="d2779f25f74474fc" providerId="LiveId" clId="{01C2F771-7367-4BC5-ABFE-EF493167A2D7}" dt="2025-12-16T12:16:19.096" v="7108" actId="478"/>
          <ac:picMkLst>
            <pc:docMk/>
            <pc:sldMk cId="2448731297" sldId="308"/>
            <ac:picMk id="6" creationId="{A3C75DBE-4B12-E5C1-E599-CC1831AD8292}"/>
          </ac:picMkLst>
        </pc:picChg>
        <pc:picChg chg="add mod">
          <ac:chgData name="楷勛 盧" userId="d2779f25f74474fc" providerId="LiveId" clId="{01C2F771-7367-4BC5-ABFE-EF493167A2D7}" dt="2025-12-16T16:26:57.801" v="8416" actId="1036"/>
          <ac:picMkLst>
            <pc:docMk/>
            <pc:sldMk cId="2448731297" sldId="308"/>
            <ac:picMk id="9" creationId="{D8BAA623-645A-01C9-CE50-72C88D3FA8BE}"/>
          </ac:picMkLst>
        </pc:picChg>
        <pc:picChg chg="add mod">
          <ac:chgData name="楷勛 盧" userId="d2779f25f74474fc" providerId="LiveId" clId="{01C2F771-7367-4BC5-ABFE-EF493167A2D7}" dt="2025-12-16T12:26:06.073" v="7125" actId="1076"/>
          <ac:picMkLst>
            <pc:docMk/>
            <pc:sldMk cId="2448731297" sldId="308"/>
            <ac:picMk id="14" creationId="{8A61B520-C58C-1AEF-408E-019E83F02DF4}"/>
          </ac:picMkLst>
        </pc:picChg>
        <pc:cxnChg chg="del mod">
          <ac:chgData name="楷勛 盧" userId="d2779f25f74474fc" providerId="LiveId" clId="{01C2F771-7367-4BC5-ABFE-EF493167A2D7}" dt="2025-12-16T12:16:19.096" v="7108" actId="478"/>
          <ac:cxnSpMkLst>
            <pc:docMk/>
            <pc:sldMk cId="2448731297" sldId="308"/>
            <ac:cxnSpMk id="51" creationId="{0573174B-8470-4EB2-1318-9C063BA6DF1C}"/>
          </ac:cxnSpMkLst>
        </pc:cxnChg>
        <pc:cxnChg chg="del mod">
          <ac:chgData name="楷勛 盧" userId="d2779f25f74474fc" providerId="LiveId" clId="{01C2F771-7367-4BC5-ABFE-EF493167A2D7}" dt="2025-12-16T12:16:19.096" v="7108" actId="478"/>
          <ac:cxnSpMkLst>
            <pc:docMk/>
            <pc:sldMk cId="2448731297" sldId="308"/>
            <ac:cxnSpMk id="53" creationId="{6C4E25AF-5A74-80BA-A349-9EFFC7223AC1}"/>
          </ac:cxnSpMkLst>
        </pc:cxnChg>
      </pc:sldChg>
      <pc:sldChg chg="addSp delSp modSp new add del mod">
        <pc:chgData name="楷勛 盧" userId="d2779f25f74474fc" providerId="LiveId" clId="{01C2F771-7367-4BC5-ABFE-EF493167A2D7}" dt="2025-12-16T15:49:37.321" v="8355" actId="478"/>
        <pc:sldMkLst>
          <pc:docMk/>
          <pc:sldMk cId="129225179" sldId="309"/>
        </pc:sldMkLst>
        <pc:spChg chg="mod">
          <ac:chgData name="楷勛 盧" userId="d2779f25f74474fc" providerId="LiveId" clId="{01C2F771-7367-4BC5-ABFE-EF493167A2D7}" dt="2025-12-16T15:48:23.504" v="8348" actId="6549"/>
          <ac:spMkLst>
            <pc:docMk/>
            <pc:sldMk cId="129225179" sldId="309"/>
            <ac:spMk id="2" creationId="{EF77D4BB-6040-EFBF-878F-5765F31DA55B}"/>
          </ac:spMkLst>
        </pc:spChg>
        <pc:spChg chg="del">
          <ac:chgData name="楷勛 盧" userId="d2779f25f74474fc" providerId="LiveId" clId="{01C2F771-7367-4BC5-ABFE-EF493167A2D7}" dt="2025-12-16T12:42:07.608" v="7266" actId="478"/>
          <ac:spMkLst>
            <pc:docMk/>
            <pc:sldMk cId="129225179" sldId="309"/>
            <ac:spMk id="3" creationId="{6E63AC97-A670-C563-593C-0C54E1F707A9}"/>
          </ac:spMkLst>
        </pc:spChg>
        <pc:spChg chg="add del mod">
          <ac:chgData name="楷勛 盧" userId="d2779f25f74474fc" providerId="LiveId" clId="{01C2F771-7367-4BC5-ABFE-EF493167A2D7}" dt="2025-12-16T15:48:25.693" v="8349" actId="1076"/>
          <ac:spMkLst>
            <pc:docMk/>
            <pc:sldMk cId="129225179" sldId="309"/>
            <ac:spMk id="8" creationId="{3ECFD649-6C3B-700C-7D68-A0E44F42FF8D}"/>
          </ac:spMkLst>
        </pc:spChg>
        <pc:picChg chg="add mod">
          <ac:chgData name="楷勛 盧" userId="d2779f25f74474fc" providerId="LiveId" clId="{01C2F771-7367-4BC5-ABFE-EF493167A2D7}" dt="2025-12-16T12:26:27.387" v="7127"/>
          <ac:picMkLst>
            <pc:docMk/>
            <pc:sldMk cId="129225179" sldId="309"/>
            <ac:picMk id="4" creationId="{AE41D153-5E7F-9C0F-536C-FC6742746BE9}"/>
          </ac:picMkLst>
        </pc:picChg>
        <pc:picChg chg="add del mod">
          <ac:chgData name="楷勛 盧" userId="d2779f25f74474fc" providerId="LiveId" clId="{01C2F771-7367-4BC5-ABFE-EF493167A2D7}" dt="2025-12-16T12:29:27.888" v="7157" actId="21"/>
          <ac:picMkLst>
            <pc:docMk/>
            <pc:sldMk cId="129225179" sldId="309"/>
            <ac:picMk id="6" creationId="{24218FC0-3B8F-6464-2BA2-4EE938910307}"/>
          </ac:picMkLst>
        </pc:picChg>
        <pc:picChg chg="add del mod">
          <ac:chgData name="楷勛 盧" userId="d2779f25f74474fc" providerId="LiveId" clId="{01C2F771-7367-4BC5-ABFE-EF493167A2D7}" dt="2025-12-16T12:30:39.103" v="7179" actId="21"/>
          <ac:picMkLst>
            <pc:docMk/>
            <pc:sldMk cId="129225179" sldId="309"/>
            <ac:picMk id="7" creationId="{0CFF6A18-B2C1-BB84-0DC2-DC052ABEA236}"/>
          </ac:picMkLst>
        </pc:picChg>
        <pc:picChg chg="add mod">
          <ac:chgData name="楷勛 盧" userId="d2779f25f74474fc" providerId="LiveId" clId="{01C2F771-7367-4BC5-ABFE-EF493167A2D7}" dt="2025-12-16T15:48:28.686" v="8352" actId="1076"/>
          <ac:picMkLst>
            <pc:docMk/>
            <pc:sldMk cId="129225179" sldId="309"/>
            <ac:picMk id="10" creationId="{FAF69F4B-5808-A587-4BF6-1EACE394458D}"/>
          </ac:picMkLst>
        </pc:picChg>
        <pc:cxnChg chg="add del mod">
          <ac:chgData name="楷勛 盧" userId="d2779f25f74474fc" providerId="LiveId" clId="{01C2F771-7367-4BC5-ABFE-EF493167A2D7}" dt="2025-12-16T15:49:37.321" v="8355" actId="478"/>
          <ac:cxnSpMkLst>
            <pc:docMk/>
            <pc:sldMk cId="129225179" sldId="309"/>
            <ac:cxnSpMk id="12" creationId="{9B825BFE-A399-0627-922F-DAF237F7D656}"/>
          </ac:cxnSpMkLst>
        </pc:cxnChg>
      </pc:sldChg>
      <pc:sldChg chg="addSp delSp modSp add mod">
        <pc:chgData name="楷勛 盧" userId="d2779f25f74474fc" providerId="LiveId" clId="{01C2F771-7367-4BC5-ABFE-EF493167A2D7}" dt="2025-12-16T12:30:30.827" v="7176" actId="21"/>
        <pc:sldMkLst>
          <pc:docMk/>
          <pc:sldMk cId="899875547" sldId="310"/>
        </pc:sldMkLst>
        <pc:picChg chg="add del mod modCrop">
          <ac:chgData name="楷勛 盧" userId="d2779f25f74474fc" providerId="LiveId" clId="{01C2F771-7367-4BC5-ABFE-EF493167A2D7}" dt="2025-12-16T12:30:30.827" v="7176" actId="21"/>
          <ac:picMkLst>
            <pc:docMk/>
            <pc:sldMk cId="899875547" sldId="310"/>
            <ac:picMk id="3" creationId="{0CFF6A18-B2C1-BB84-0DC2-DC052ABEA236}"/>
          </ac:picMkLst>
        </pc:picChg>
        <pc:picChg chg="mod modCrop">
          <ac:chgData name="楷勛 盧" userId="d2779f25f74474fc" providerId="LiveId" clId="{01C2F771-7367-4BC5-ABFE-EF493167A2D7}" dt="2025-12-16T12:27:21.029" v="7149" actId="1076"/>
          <ac:picMkLst>
            <pc:docMk/>
            <pc:sldMk cId="899875547" sldId="310"/>
            <ac:picMk id="9" creationId="{5A62CFC5-8C9D-13E2-733F-E49D263C728A}"/>
          </ac:picMkLst>
        </pc:picChg>
        <pc:picChg chg="mod">
          <ac:chgData name="楷勛 盧" userId="d2779f25f74474fc" providerId="LiveId" clId="{01C2F771-7367-4BC5-ABFE-EF493167A2D7}" dt="2025-12-16T12:27:22.716" v="7150" actId="14100"/>
          <ac:picMkLst>
            <pc:docMk/>
            <pc:sldMk cId="899875547" sldId="310"/>
            <ac:picMk id="14" creationId="{D01B9C9B-984D-CA50-54E0-2E65FE1F7718}"/>
          </ac:picMkLst>
        </pc:picChg>
      </pc:sldChg>
      <pc:sldChg chg="addSp delSp modSp add mod">
        <pc:chgData name="楷勛 盧" userId="d2779f25f74474fc" providerId="LiveId" clId="{01C2F771-7367-4BC5-ABFE-EF493167A2D7}" dt="2025-12-16T16:20:03.280" v="8383" actId="1076"/>
        <pc:sldMkLst>
          <pc:docMk/>
          <pc:sldMk cId="1945000552" sldId="311"/>
        </pc:sldMkLst>
        <pc:picChg chg="add del mod">
          <ac:chgData name="楷勛 盧" userId="d2779f25f74474fc" providerId="LiveId" clId="{01C2F771-7367-4BC5-ABFE-EF493167A2D7}" dt="2025-12-16T12:34:50.822" v="7219" actId="478"/>
          <ac:picMkLst>
            <pc:docMk/>
            <pc:sldMk cId="1945000552" sldId="311"/>
            <ac:picMk id="4" creationId="{A884395F-CCEE-2330-1114-EE80C1732255}"/>
          </ac:picMkLst>
        </pc:picChg>
        <pc:picChg chg="add del mod">
          <ac:chgData name="楷勛 盧" userId="d2779f25f74474fc" providerId="LiveId" clId="{01C2F771-7367-4BC5-ABFE-EF493167A2D7}" dt="2025-12-16T12:33:52.572" v="7202" actId="478"/>
          <ac:picMkLst>
            <pc:docMk/>
            <pc:sldMk cId="1945000552" sldId="311"/>
            <ac:picMk id="6" creationId="{24218FC0-3B8F-6464-2BA2-4EE938910307}"/>
          </ac:picMkLst>
        </pc:picChg>
        <pc:picChg chg="add del mod">
          <ac:chgData name="楷勛 盧" userId="d2779f25f74474fc" providerId="LiveId" clId="{01C2F771-7367-4BC5-ABFE-EF493167A2D7}" dt="2025-12-16T12:34:32.405" v="7210" actId="478"/>
          <ac:picMkLst>
            <pc:docMk/>
            <pc:sldMk cId="1945000552" sldId="311"/>
            <ac:picMk id="7" creationId="{DCAF3DB0-CEEE-71B0-CE50-0CF4CC472927}"/>
          </ac:picMkLst>
        </pc:picChg>
        <pc:picChg chg="del">
          <ac:chgData name="楷勛 盧" userId="d2779f25f74474fc" providerId="LiveId" clId="{01C2F771-7367-4BC5-ABFE-EF493167A2D7}" dt="2025-12-16T12:29:26.130" v="7156" actId="478"/>
          <ac:picMkLst>
            <pc:docMk/>
            <pc:sldMk cId="1945000552" sldId="311"/>
            <ac:picMk id="9" creationId="{585CDB26-FCCE-5206-D431-A4DCB8A65C4F}"/>
          </ac:picMkLst>
        </pc:picChg>
        <pc:picChg chg="add mod">
          <ac:chgData name="楷勛 盧" userId="d2779f25f74474fc" providerId="LiveId" clId="{01C2F771-7367-4BC5-ABFE-EF493167A2D7}" dt="2025-12-16T12:34:37.383" v="7218" actId="1076"/>
          <ac:picMkLst>
            <pc:docMk/>
            <pc:sldMk cId="1945000552" sldId="311"/>
            <ac:picMk id="10" creationId="{E1EA90B9-9FBB-09C6-BE32-32AFC70475DE}"/>
          </ac:picMkLst>
        </pc:picChg>
        <pc:picChg chg="add mod modCrop">
          <ac:chgData name="楷勛 盧" userId="d2779f25f74474fc" providerId="LiveId" clId="{01C2F771-7367-4BC5-ABFE-EF493167A2D7}" dt="2025-12-16T16:20:03.280" v="8383" actId="1076"/>
          <ac:picMkLst>
            <pc:docMk/>
            <pc:sldMk cId="1945000552" sldId="311"/>
            <ac:picMk id="12" creationId="{91A91537-D156-5DCC-DD60-91E5A2446C9B}"/>
          </ac:picMkLst>
        </pc:picChg>
        <pc:picChg chg="del">
          <ac:chgData name="楷勛 盧" userId="d2779f25f74474fc" providerId="LiveId" clId="{01C2F771-7367-4BC5-ABFE-EF493167A2D7}" dt="2025-12-16T12:29:25.608" v="7155" actId="478"/>
          <ac:picMkLst>
            <pc:docMk/>
            <pc:sldMk cId="1945000552" sldId="311"/>
            <ac:picMk id="14" creationId="{4A2477CF-C7E1-51E7-76B6-2826398B4BCA}"/>
          </ac:picMkLst>
        </pc:picChg>
      </pc:sldChg>
      <pc:sldChg chg="addSp delSp modSp add mod">
        <pc:chgData name="楷勛 盧" userId="d2779f25f74474fc" providerId="LiveId" clId="{01C2F771-7367-4BC5-ABFE-EF493167A2D7}" dt="2025-12-16T15:47:55.793" v="8337" actId="1076"/>
        <pc:sldMkLst>
          <pc:docMk/>
          <pc:sldMk cId="3488647127" sldId="312"/>
        </pc:sldMkLst>
        <pc:grpChg chg="mod">
          <ac:chgData name="楷勛 盧" userId="d2779f25f74474fc" providerId="LiveId" clId="{01C2F771-7367-4BC5-ABFE-EF493167A2D7}" dt="2025-12-16T12:31:03.677" v="7190"/>
          <ac:grpSpMkLst>
            <pc:docMk/>
            <pc:sldMk cId="3488647127" sldId="312"/>
            <ac:grpSpMk id="8" creationId="{2034603A-57CC-4192-7707-52AB42C3ECFD}"/>
          </ac:grpSpMkLst>
        </pc:grpChg>
        <pc:grpChg chg="mod">
          <ac:chgData name="楷勛 盧" userId="d2779f25f74474fc" providerId="LiveId" clId="{01C2F771-7367-4BC5-ABFE-EF493167A2D7}" dt="2025-12-16T12:31:05.567" v="7194"/>
          <ac:grpSpMkLst>
            <pc:docMk/>
            <pc:sldMk cId="3488647127" sldId="312"/>
            <ac:grpSpMk id="10" creationId="{70B6309E-EB0E-045D-D586-EB305B840F7F}"/>
          </ac:grpSpMkLst>
        </pc:grpChg>
        <pc:picChg chg="del">
          <ac:chgData name="楷勛 盧" userId="d2779f25f74474fc" providerId="LiveId" clId="{01C2F771-7367-4BC5-ABFE-EF493167A2D7}" dt="2025-12-16T12:30:42.042" v="7180" actId="478"/>
          <ac:picMkLst>
            <pc:docMk/>
            <pc:sldMk cId="3488647127" sldId="312"/>
            <ac:picMk id="4" creationId="{22BF1D18-8FAB-D098-6CF0-FBFCE89BC26A}"/>
          </ac:picMkLst>
        </pc:picChg>
        <pc:picChg chg="del">
          <ac:chgData name="楷勛 盧" userId="d2779f25f74474fc" providerId="LiveId" clId="{01C2F771-7367-4BC5-ABFE-EF493167A2D7}" dt="2025-12-16T12:30:42.042" v="7180" actId="478"/>
          <ac:picMkLst>
            <pc:docMk/>
            <pc:sldMk cId="3488647127" sldId="312"/>
            <ac:picMk id="6" creationId="{A141886F-64ED-B449-AB30-E9C2FE239289}"/>
          </ac:picMkLst>
        </pc:picChg>
        <pc:picChg chg="add mod">
          <ac:chgData name="楷勛 盧" userId="d2779f25f74474fc" providerId="LiveId" clId="{01C2F771-7367-4BC5-ABFE-EF493167A2D7}" dt="2025-12-16T12:31:09.069" v="7196" actId="1076"/>
          <ac:picMkLst>
            <pc:docMk/>
            <pc:sldMk cId="3488647127" sldId="312"/>
            <ac:picMk id="7" creationId="{0CFF6A18-B2C1-BB84-0DC2-DC052ABEA236}"/>
          </ac:picMkLst>
        </pc:picChg>
        <pc:picChg chg="add mod">
          <ac:chgData name="楷勛 盧" userId="d2779f25f74474fc" providerId="LiveId" clId="{01C2F771-7367-4BC5-ABFE-EF493167A2D7}" dt="2025-12-16T13:38:01.685" v="8231"/>
          <ac:picMkLst>
            <pc:docMk/>
            <pc:sldMk cId="3488647127" sldId="312"/>
            <ac:picMk id="13" creationId="{9FA593A1-296E-4C63-237C-36F3A74B8EBC}"/>
          </ac:picMkLst>
        </pc:picChg>
        <pc:picChg chg="add del mod">
          <ac:chgData name="楷勛 盧" userId="d2779f25f74474fc" providerId="LiveId" clId="{01C2F771-7367-4BC5-ABFE-EF493167A2D7}" dt="2025-12-16T15:47:23.212" v="8326" actId="478"/>
          <ac:picMkLst>
            <pc:docMk/>
            <pc:sldMk cId="3488647127" sldId="312"/>
            <ac:picMk id="15" creationId="{3F40E5B0-32F1-95CA-279A-68AE82A07ED6}"/>
          </ac:picMkLst>
        </pc:picChg>
        <pc:picChg chg="add mod modCrop">
          <ac:chgData name="楷勛 盧" userId="d2779f25f74474fc" providerId="LiveId" clId="{01C2F771-7367-4BC5-ABFE-EF493167A2D7}" dt="2025-12-16T15:47:55.793" v="8337" actId="1076"/>
          <ac:picMkLst>
            <pc:docMk/>
            <pc:sldMk cId="3488647127" sldId="312"/>
            <ac:picMk id="17" creationId="{47B72D7D-F1C4-698D-5B7F-3A4114FBE1D1}"/>
          </ac:picMkLst>
        </pc:picChg>
        <pc:inkChg chg="add del mod">
          <ac:chgData name="楷勛 盧" userId="d2779f25f74474fc" providerId="LiveId" clId="{01C2F771-7367-4BC5-ABFE-EF493167A2D7}" dt="2025-12-16T12:31:05.692" v="7195" actId="9405"/>
          <ac:inkMkLst>
            <pc:docMk/>
            <pc:sldMk cId="3488647127" sldId="312"/>
            <ac:inkMk id="3" creationId="{15DD7CB5-7C52-5458-912B-69CEDB8B6A2E}"/>
          </ac:inkMkLst>
        </pc:inkChg>
        <pc:inkChg chg="add del mod">
          <ac:chgData name="楷勛 盧" userId="d2779f25f74474fc" providerId="LiveId" clId="{01C2F771-7367-4BC5-ABFE-EF493167A2D7}" dt="2025-12-16T12:31:03.677" v="7190"/>
          <ac:inkMkLst>
            <pc:docMk/>
            <pc:sldMk cId="3488647127" sldId="312"/>
            <ac:inkMk id="5" creationId="{28DE97A0-321C-E637-58CD-A053787C1A69}"/>
          </ac:inkMkLst>
        </pc:inkChg>
        <pc:inkChg chg="add del mod">
          <ac:chgData name="楷勛 盧" userId="d2779f25f74474fc" providerId="LiveId" clId="{01C2F771-7367-4BC5-ABFE-EF493167A2D7}" dt="2025-12-16T12:31:05.567" v="7194"/>
          <ac:inkMkLst>
            <pc:docMk/>
            <pc:sldMk cId="3488647127" sldId="312"/>
            <ac:inkMk id="9" creationId="{5DFE9672-F748-1BB8-90A3-A0A8F8F1C427}"/>
          </ac:inkMkLst>
        </pc:inkChg>
        <pc:cxnChg chg="add mod">
          <ac:chgData name="楷勛 盧" userId="d2779f25f74474fc" providerId="LiveId" clId="{01C2F771-7367-4BC5-ABFE-EF493167A2D7}" dt="2025-12-16T12:31:20.479" v="7201" actId="208"/>
          <ac:cxnSpMkLst>
            <pc:docMk/>
            <pc:sldMk cId="3488647127" sldId="312"/>
            <ac:cxnSpMk id="12" creationId="{2643CE30-9F4A-5B0C-A236-AF37F5F348A4}"/>
          </ac:cxnSpMkLst>
        </pc:cxnChg>
      </pc:sldChg>
      <pc:sldChg chg="addSp modSp add mod">
        <pc:chgData name="楷勛 盧" userId="d2779f25f74474fc" providerId="LiveId" clId="{01C2F771-7367-4BC5-ABFE-EF493167A2D7}" dt="2025-12-16T16:19:27.660" v="8378" actId="1076"/>
        <pc:sldMkLst>
          <pc:docMk/>
          <pc:sldMk cId="2653919534" sldId="313"/>
        </pc:sldMkLst>
        <pc:spChg chg="mod">
          <ac:chgData name="楷勛 盧" userId="d2779f25f74474fc" providerId="LiveId" clId="{01C2F771-7367-4BC5-ABFE-EF493167A2D7}" dt="2025-12-16T15:50:35.003" v="8361" actId="20577"/>
          <ac:spMkLst>
            <pc:docMk/>
            <pc:sldMk cId="2653919534" sldId="313"/>
            <ac:spMk id="2" creationId="{9E053890-2C15-C2D3-5FDC-1783CDAD6C3A}"/>
          </ac:spMkLst>
        </pc:spChg>
        <pc:spChg chg="add">
          <ac:chgData name="楷勛 盧" userId="d2779f25f74474fc" providerId="LiveId" clId="{01C2F771-7367-4BC5-ABFE-EF493167A2D7}" dt="2025-12-16T12:45:41.702" v="7313"/>
          <ac:spMkLst>
            <pc:docMk/>
            <pc:sldMk cId="2653919534" sldId="313"/>
            <ac:spMk id="5" creationId="{909479EC-592C-93F6-F475-D5929C63D035}"/>
          </ac:spMkLst>
        </pc:spChg>
        <pc:spChg chg="add">
          <ac:chgData name="楷勛 盧" userId="d2779f25f74474fc" providerId="LiveId" clId="{01C2F771-7367-4BC5-ABFE-EF493167A2D7}" dt="2025-12-16T12:45:44.991" v="7314"/>
          <ac:spMkLst>
            <pc:docMk/>
            <pc:sldMk cId="2653919534" sldId="313"/>
            <ac:spMk id="6" creationId="{B7C6644E-9505-5CC9-61CE-C5CED572D0E7}"/>
          </ac:spMkLst>
        </pc:spChg>
        <pc:spChg chg="add">
          <ac:chgData name="楷勛 盧" userId="d2779f25f74474fc" providerId="LiveId" clId="{01C2F771-7367-4BC5-ABFE-EF493167A2D7}" dt="2025-12-16T15:50:09.591" v="8358"/>
          <ac:spMkLst>
            <pc:docMk/>
            <pc:sldMk cId="2653919534" sldId="313"/>
            <ac:spMk id="9" creationId="{2F826B9B-03F6-08E7-5B71-8C987FB9EBAC}"/>
          </ac:spMkLst>
        </pc:spChg>
        <pc:picChg chg="add mod ord modCrop">
          <ac:chgData name="楷勛 盧" userId="d2779f25f74474fc" providerId="LiveId" clId="{01C2F771-7367-4BC5-ABFE-EF493167A2D7}" dt="2025-12-16T16:19:21.213" v="8375" actId="1076"/>
          <ac:picMkLst>
            <pc:docMk/>
            <pc:sldMk cId="2653919534" sldId="313"/>
            <ac:picMk id="4" creationId="{66F1DCE5-2BCA-F10F-8E2F-E5FE89E547E7}"/>
          </ac:picMkLst>
        </pc:picChg>
        <pc:picChg chg="add mod">
          <ac:chgData name="楷勛 盧" userId="d2779f25f74474fc" providerId="LiveId" clId="{01C2F771-7367-4BC5-ABFE-EF493167A2D7}" dt="2025-12-16T16:19:23.206" v="8376" actId="14100"/>
          <ac:picMkLst>
            <pc:docMk/>
            <pc:sldMk cId="2653919534" sldId="313"/>
            <ac:picMk id="8" creationId="{A0B49B75-0E42-11AA-4404-30692618DB72}"/>
          </ac:picMkLst>
        </pc:picChg>
        <pc:picChg chg="add mod">
          <ac:chgData name="楷勛 盧" userId="d2779f25f74474fc" providerId="LiveId" clId="{01C2F771-7367-4BC5-ABFE-EF493167A2D7}" dt="2025-12-16T16:19:27.660" v="8378" actId="1076"/>
          <ac:picMkLst>
            <pc:docMk/>
            <pc:sldMk cId="2653919534" sldId="313"/>
            <ac:picMk id="11" creationId="{F15CB048-B5BE-3BB8-D865-A530A4F993DA}"/>
          </ac:picMkLst>
        </pc:picChg>
      </pc:sldChg>
      <pc:sldChg chg="modSp new mod">
        <pc:chgData name="楷勛 盧" userId="d2779f25f74474fc" providerId="LiveId" clId="{01C2F771-7367-4BC5-ABFE-EF493167A2D7}" dt="2025-12-16T16:32:36.432" v="8568" actId="404"/>
        <pc:sldMkLst>
          <pc:docMk/>
          <pc:sldMk cId="1252457000" sldId="314"/>
        </pc:sldMkLst>
        <pc:spChg chg="mod">
          <ac:chgData name="楷勛 盧" userId="d2779f25f74474fc" providerId="LiveId" clId="{01C2F771-7367-4BC5-ABFE-EF493167A2D7}" dt="2025-12-16T16:26:04.458" v="8415" actId="20577"/>
          <ac:spMkLst>
            <pc:docMk/>
            <pc:sldMk cId="1252457000" sldId="314"/>
            <ac:spMk id="2" creationId="{F6EB3F0C-24BC-801F-73C6-BDB82CEC3A01}"/>
          </ac:spMkLst>
        </pc:spChg>
        <pc:spChg chg="mod">
          <ac:chgData name="楷勛 盧" userId="d2779f25f74474fc" providerId="LiveId" clId="{01C2F771-7367-4BC5-ABFE-EF493167A2D7}" dt="2025-12-16T16:32:36.432" v="8568" actId="404"/>
          <ac:spMkLst>
            <pc:docMk/>
            <pc:sldMk cId="1252457000" sldId="314"/>
            <ac:spMk id="3" creationId="{E4BB807E-1B6B-A670-E9D0-D0C12BC66C62}"/>
          </ac:spMkLst>
        </pc:spChg>
      </pc:sldChg>
    </pc:docChg>
  </pc:docChgLst>
  <pc:docChgLst>
    <pc:chgData name="楷勛 盧" userId="d2779f25f74474fc" providerId="LiveId" clId="{F44B001D-8C67-4345-ABB4-61543159AC1E}"/>
    <pc:docChg chg="undo custSel addSld delSld modSld sldOrd">
      <pc:chgData name="楷勛 盧" userId="d2779f25f74474fc" providerId="LiveId" clId="{F44B001D-8C67-4345-ABB4-61543159AC1E}" dt="2025-11-30T13:40:33.962" v="3742" actId="20577"/>
      <pc:docMkLst>
        <pc:docMk/>
      </pc:docMkLst>
      <pc:sldChg chg="modSp mod">
        <pc:chgData name="楷勛 盧" userId="d2779f25f74474fc" providerId="LiveId" clId="{F44B001D-8C67-4345-ABB4-61543159AC1E}" dt="2025-11-30T06:58:43.434" v="143" actId="2711"/>
        <pc:sldMkLst>
          <pc:docMk/>
          <pc:sldMk cId="965449141" sldId="256"/>
        </pc:sldMkLst>
        <pc:spChg chg="mod">
          <ac:chgData name="楷勛 盧" userId="d2779f25f74474fc" providerId="LiveId" clId="{F44B001D-8C67-4345-ABB4-61543159AC1E}" dt="2025-11-30T06:58:43.434" v="143" actId="2711"/>
          <ac:spMkLst>
            <pc:docMk/>
            <pc:sldMk cId="965449141" sldId="256"/>
            <ac:spMk id="2" creationId="{1ACE5842-C773-4676-CDA8-9BA829D9609F}"/>
          </ac:spMkLst>
        </pc:spChg>
        <pc:spChg chg="mod">
          <ac:chgData name="楷勛 盧" userId="d2779f25f74474fc" providerId="LiveId" clId="{F44B001D-8C67-4345-ABB4-61543159AC1E}" dt="2025-11-30T06:58:43.434" v="143" actId="2711"/>
          <ac:spMkLst>
            <pc:docMk/>
            <pc:sldMk cId="965449141" sldId="256"/>
            <ac:spMk id="3" creationId="{8C442D44-609F-EF2A-E9B1-5DD76EC41475}"/>
          </ac:spMkLst>
        </pc:spChg>
      </pc:sldChg>
      <pc:sldChg chg="modSp new mod">
        <pc:chgData name="楷勛 盧" userId="d2779f25f74474fc" providerId="LiveId" clId="{F44B001D-8C67-4345-ABB4-61543159AC1E}" dt="2025-11-30T07:28:00.680" v="641" actId="2711"/>
        <pc:sldMkLst>
          <pc:docMk/>
          <pc:sldMk cId="2251710141" sldId="257"/>
        </pc:sldMkLst>
        <pc:spChg chg="mod">
          <ac:chgData name="楷勛 盧" userId="d2779f25f74474fc" providerId="LiveId" clId="{F44B001D-8C67-4345-ABB4-61543159AC1E}" dt="2025-11-30T07:00:06.347" v="179" actId="20577"/>
          <ac:spMkLst>
            <pc:docMk/>
            <pc:sldMk cId="2251710141" sldId="257"/>
            <ac:spMk id="2" creationId="{C870E3F6-56CB-FC7F-71E8-565D30F455B7}"/>
          </ac:spMkLst>
        </pc:spChg>
        <pc:spChg chg="mod">
          <ac:chgData name="楷勛 盧" userId="d2779f25f74474fc" providerId="LiveId" clId="{F44B001D-8C67-4345-ABB4-61543159AC1E}" dt="2025-11-30T07:28:00.680" v="641" actId="2711"/>
          <ac:spMkLst>
            <pc:docMk/>
            <pc:sldMk cId="2251710141" sldId="257"/>
            <ac:spMk id="3" creationId="{6137BBF2-9F11-B6D6-22E3-C244F2FE5F5C}"/>
          </ac:spMkLst>
        </pc:spChg>
      </pc:sldChg>
      <pc:sldChg chg="addSp modSp new mod">
        <pc:chgData name="楷勛 盧" userId="d2779f25f74474fc" providerId="LiveId" clId="{F44B001D-8C67-4345-ABB4-61543159AC1E}" dt="2025-11-30T08:21:52.211" v="2217" actId="20577"/>
        <pc:sldMkLst>
          <pc:docMk/>
          <pc:sldMk cId="140537413" sldId="258"/>
        </pc:sldMkLst>
        <pc:spChg chg="mod">
          <ac:chgData name="楷勛 盧" userId="d2779f25f74474fc" providerId="LiveId" clId="{F44B001D-8C67-4345-ABB4-61543159AC1E}" dt="2025-11-30T07:11:11.092" v="299" actId="1076"/>
          <ac:spMkLst>
            <pc:docMk/>
            <pc:sldMk cId="140537413" sldId="258"/>
            <ac:spMk id="2" creationId="{3205A8C0-4CBE-7D77-63C0-5F5297716E23}"/>
          </ac:spMkLst>
        </pc:spChg>
        <pc:spChg chg="mod">
          <ac:chgData name="楷勛 盧" userId="d2779f25f74474fc" providerId="LiveId" clId="{F44B001D-8C67-4345-ABB4-61543159AC1E}" dt="2025-11-30T08:21:52.211" v="2217" actId="20577"/>
          <ac:spMkLst>
            <pc:docMk/>
            <pc:sldMk cId="140537413" sldId="258"/>
            <ac:spMk id="3" creationId="{BA775D62-500B-546B-4EC4-6E6E132D5234}"/>
          </ac:spMkLst>
        </pc:spChg>
      </pc:sldChg>
      <pc:sldChg chg="addSp delSp modSp add mod">
        <pc:chgData name="楷勛 盧" userId="d2779f25f74474fc" providerId="LiveId" clId="{F44B001D-8C67-4345-ABB4-61543159AC1E}" dt="2025-11-30T13:30:16.968" v="3569" actId="108"/>
        <pc:sldMkLst>
          <pc:docMk/>
          <pc:sldMk cId="3580482052" sldId="268"/>
        </pc:sldMkLst>
        <pc:spChg chg="mod">
          <ac:chgData name="楷勛 盧" userId="d2779f25f74474fc" providerId="LiveId" clId="{F44B001D-8C67-4345-ABB4-61543159AC1E}" dt="2025-11-30T13:30:16.968" v="3569" actId="108"/>
          <ac:spMkLst>
            <pc:docMk/>
            <pc:sldMk cId="3580482052" sldId="268"/>
            <ac:spMk id="2" creationId="{0DA2DF19-F7FA-C45C-7EFD-53D569924675}"/>
          </ac:spMkLst>
        </pc:spChg>
        <pc:spChg chg="mod">
          <ac:chgData name="楷勛 盧" userId="d2779f25f74474fc" providerId="LiveId" clId="{F44B001D-8C67-4345-ABB4-61543159AC1E}" dt="2025-11-30T07:55:45.531" v="1228"/>
          <ac:spMkLst>
            <pc:docMk/>
            <pc:sldMk cId="3580482052" sldId="268"/>
            <ac:spMk id="3" creationId="{1D9A010E-AA47-C41C-C412-973F5723249A}"/>
          </ac:spMkLst>
        </pc:spChg>
      </pc:sldChg>
      <pc:sldChg chg="addSp delSp modSp add mod">
        <pc:chgData name="楷勛 盧" userId="d2779f25f74474fc" providerId="LiveId" clId="{F44B001D-8C67-4345-ABB4-61543159AC1E}" dt="2025-11-30T08:56:15.693" v="2476" actId="1076"/>
        <pc:sldMkLst>
          <pc:docMk/>
          <pc:sldMk cId="2003966099" sldId="272"/>
        </pc:sldMkLst>
        <pc:spChg chg="mod">
          <ac:chgData name="楷勛 盧" userId="d2779f25f74474fc" providerId="LiveId" clId="{F44B001D-8C67-4345-ABB4-61543159AC1E}" dt="2025-11-30T08:56:15.693" v="2476" actId="1076"/>
          <ac:spMkLst>
            <pc:docMk/>
            <pc:sldMk cId="2003966099" sldId="272"/>
            <ac:spMk id="2" creationId="{8B813690-F4E0-7C0F-FFFC-111F7DB2AACE}"/>
          </ac:spMkLst>
        </pc:spChg>
      </pc:sldChg>
      <pc:sldChg chg="addSp delSp modSp add mod ord">
        <pc:chgData name="楷勛 盧" userId="d2779f25f74474fc" providerId="LiveId" clId="{F44B001D-8C67-4345-ABB4-61543159AC1E}" dt="2025-11-30T08:23:32.344" v="2404" actId="20577"/>
        <pc:sldMkLst>
          <pc:docMk/>
          <pc:sldMk cId="612863326" sldId="273"/>
        </pc:sldMkLst>
        <pc:spChg chg="mod">
          <ac:chgData name="楷勛 盧" userId="d2779f25f74474fc" providerId="LiveId" clId="{F44B001D-8C67-4345-ABB4-61543159AC1E}" dt="2025-11-30T08:10:15.196" v="1752" actId="20577"/>
          <ac:spMkLst>
            <pc:docMk/>
            <pc:sldMk cId="612863326" sldId="273"/>
            <ac:spMk id="2" creationId="{9AF64974-7B9E-2F63-C95B-D93A21A1D1C2}"/>
          </ac:spMkLst>
        </pc:spChg>
      </pc:sldChg>
      <pc:sldChg chg="addSp delSp modSp add mod ord">
        <pc:chgData name="楷勛 盧" userId="d2779f25f74474fc" providerId="LiveId" clId="{F44B001D-8C67-4345-ABB4-61543159AC1E}" dt="2025-11-30T12:54:32.974" v="2563" actId="1076"/>
        <pc:sldMkLst>
          <pc:docMk/>
          <pc:sldMk cId="3293298659" sldId="277"/>
        </pc:sldMkLst>
        <pc:spChg chg="mod">
          <ac:chgData name="楷勛 盧" userId="d2779f25f74474fc" providerId="LiveId" clId="{F44B001D-8C67-4345-ABB4-61543159AC1E}" dt="2025-11-30T08:59:16.153" v="2548" actId="20577"/>
          <ac:spMkLst>
            <pc:docMk/>
            <pc:sldMk cId="3293298659" sldId="277"/>
            <ac:spMk id="2" creationId="{283879F8-BD59-5F4A-CC3E-70CDC9D606E2}"/>
          </ac:spMkLst>
        </pc:spChg>
        <pc:spChg chg="add mod">
          <ac:chgData name="楷勛 盧" userId="d2779f25f74474fc" providerId="LiveId" clId="{F44B001D-8C67-4345-ABB4-61543159AC1E}" dt="2025-11-30T09:00:09.533" v="2555" actId="1076"/>
          <ac:spMkLst>
            <pc:docMk/>
            <pc:sldMk cId="3293298659" sldId="277"/>
            <ac:spMk id="6" creationId="{AF7481C6-F149-F930-4561-4FE7559B0EE0}"/>
          </ac:spMkLst>
        </pc:spChg>
        <pc:picChg chg="add mod">
          <ac:chgData name="楷勛 盧" userId="d2779f25f74474fc" providerId="LiveId" clId="{F44B001D-8C67-4345-ABB4-61543159AC1E}" dt="2025-11-30T12:53:51.669" v="2558" actId="1076"/>
          <ac:picMkLst>
            <pc:docMk/>
            <pc:sldMk cId="3293298659" sldId="277"/>
            <ac:picMk id="4" creationId="{788DAC5B-D251-4959-944E-E678B28370D2}"/>
          </ac:picMkLst>
        </pc:picChg>
        <pc:picChg chg="add mod">
          <ac:chgData name="楷勛 盧" userId="d2779f25f74474fc" providerId="LiveId" clId="{F44B001D-8C67-4345-ABB4-61543159AC1E}" dt="2025-11-30T12:54:32.974" v="2563" actId="1076"/>
          <ac:picMkLst>
            <pc:docMk/>
            <pc:sldMk cId="3293298659" sldId="277"/>
            <ac:picMk id="8" creationId="{225F8335-D278-30E1-9073-2F129C159099}"/>
          </ac:picMkLst>
        </pc:picChg>
      </pc:sldChg>
      <pc:sldChg chg="addSp delSp modSp add mod setBg">
        <pc:chgData name="楷勛 盧" userId="d2779f25f74474fc" providerId="LiveId" clId="{F44B001D-8C67-4345-ABB4-61543159AC1E}" dt="2025-11-30T13:29:45.472" v="3557" actId="26606"/>
        <pc:sldMkLst>
          <pc:docMk/>
          <pc:sldMk cId="2292998478" sldId="288"/>
        </pc:sldMkLst>
        <pc:spChg chg="mod">
          <ac:chgData name="楷勛 盧" userId="d2779f25f74474fc" providerId="LiveId" clId="{F44B001D-8C67-4345-ABB4-61543159AC1E}" dt="2025-11-30T13:29:45.472" v="3557" actId="26606"/>
          <ac:spMkLst>
            <pc:docMk/>
            <pc:sldMk cId="2292998478" sldId="288"/>
            <ac:spMk id="2" creationId="{6FACCC22-41A8-A104-2293-B2D0930278B1}"/>
          </ac:spMkLst>
        </pc:spChg>
        <pc:spChg chg="add">
          <ac:chgData name="楷勛 盧" userId="d2779f25f74474fc" providerId="LiveId" clId="{F44B001D-8C67-4345-ABB4-61543159AC1E}" dt="2025-11-30T13:29:45.472" v="3557" actId="26606"/>
          <ac:spMkLst>
            <pc:docMk/>
            <pc:sldMk cId="2292998478" sldId="288"/>
            <ac:spMk id="4" creationId="{2CD6F061-7C53-44F4-9794-953DB70A451B}"/>
          </ac:spMkLst>
        </pc:spChg>
        <pc:spChg chg="add">
          <ac:chgData name="楷勛 盧" userId="d2779f25f74474fc" providerId="LiveId" clId="{F44B001D-8C67-4345-ABB4-61543159AC1E}" dt="2025-11-30T13:29:45.472" v="3557" actId="26606"/>
          <ac:spMkLst>
            <pc:docMk/>
            <pc:sldMk cId="2292998478" sldId="288"/>
            <ac:spMk id="7" creationId="{BAD76F3E-3A97-486B-B402-44400A8B9173}"/>
          </ac:spMkLst>
        </pc:spChg>
        <pc:spChg chg="add">
          <ac:chgData name="楷勛 盧" userId="d2779f25f74474fc" providerId="LiveId" clId="{F44B001D-8C67-4345-ABB4-61543159AC1E}" dt="2025-11-30T13:29:45.472" v="3557" actId="26606"/>
          <ac:spMkLst>
            <pc:docMk/>
            <pc:sldMk cId="2292998478" sldId="288"/>
            <ac:spMk id="9" creationId="{391F6B52-91F4-4AEB-B6DB-29FEBCF28C8B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2T15:36:13.6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 24575,'38'1'0,"-14"0"0,-1-2 0,1 0 0,43-7 0,-39 3 0,0 2 0,1 1 0,0 1 0,34 4 0,8-1 0,-33-2 0,-15-1 0,1 1 0,-1 1 0,44 8 0,-39-5 0,1-1 0,-1-1 0,1-1 0,34-4 0,8 1 0,395 2 0,-354 15 0,-75-14 0,1 2 0,42 9 0,-53-8 0,1-1 0,38-1 0,11 1 0,7 11 0,-53-9 0,1-1 0,47 1 0,-13-6 0,108 13 0,-110-8 0,-47-4 0,-1 1 0,1 0 0,16 4 0,-5 0 0,1-2 0,0-1 0,0-1 0,34-4 0,7 1 0,-25 1 0,65-9 0,-75 7 0,-1 1 0,43 4 0,-36-1 0,40-3 0,-32-4 0,-29 3 0,38-2 0,1 6 0,94-12 0,-100 6 0,1 2 0,56 6 0,-16-1 0,-12-1 0,89-3 0,-86-12 0,-53 9 0,-2 1 0,49-1 0,716 6 0,-418-2 0,-265 16 0,425-15 0,-396 14 0,508-14 0,-537 14 0,425-14 0,-425-15 0,510 16 0,-608-2 0,0-1 0,0 0 0,27-8 0,-27 6 0,1 1 0,-1 0 0,28-2 0,100-8 0,620 13 0,-725 6-1365,-28-3-5461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2T15:36:38.7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24575,'1'2'0,"0"-1"0,0 0 0,-1 0 0,1 0 0,0-1 0,0 1 0,0 0 0,0 0 0,0 0 0,0-1 0,0 1 0,0 0 0,0-1 0,0 1 0,0-1 0,1 1 0,1 0 0,23 7 0,-5-4 0,1-1 0,-1-1 0,1-1 0,42-4 0,-5 1 0,53-12 0,340 14 0,-339 15 0,-1-17 0,86 4 0,-129 12 0,-55-10 0,1-1 0,0 0 0,27 1 0,23 3 133,-16-1-1631,-38-5-5328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2T15:36:43.2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29 24233,'1524'-28'0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2T15:36:23.8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440 0 24575,'-3'1'0,"0"0"0,0 0 0,0 0 0,0 0 0,0 0 0,0 0 0,0 1 0,1-1 0,-1 1 0,0 0 0,1 0 0,-1 0 0,-4 5 0,-27 32 0,31-35 0,-1 0 0,0 0 0,0-1 0,0 1 0,-8 4 0,8-5 0,-1 0 0,1 0 0,0 0 0,0 0 0,1 1 0,-1 0 0,-4 6 0,-12 21 0,1 2 0,-16 40 0,10-14 0,7-17 0,-14 47 0,-15 39 0,21-29 0,13-43 0,9-43 0,0-1 0,2 1 0,-1 0 0,0 21 0,2-10 0,-2 0 0,-8 38 0,-2 11 0,8-34 0,1-8 0,0 41 0,2 48 0,5 98 0,25-63 0,-14-90 0,-10-49 0,-1-1 0,0 1 0,2 28 0,-4-28 0,1 1 0,0 0 0,8 23 0,3 25 0,-10-49 0,0 1 0,12 31 0,-9-31 0,0 0 0,3 23 0,-5-17 0,1 0 0,2 0 0,11 29 0,21 37 0,-37-83 0,54 141 0,-28-63 0,15 15 0,-39-89 0,-1 0 0,0-1 0,-1 1 0,2 13 0,8 27 0,4 2 0,-10-31 0,14 34 0,5 17 0,-18-49 0,-3-9 0,0-3 0,-1 1 0,2-1 0,-1 1 0,13 18 0,-8-13 0,-1-1 0,0 1 0,6 22 0,5 12 0,-7-28 0,23 35 0,3 6 0,20 16 0,-42-55 0,2 0 0,27 28 0,11 0 0,-46-46 0,-1 1 0,1 1 0,-2-1 0,1 1 0,-1 1 0,-1 0 0,1 0 0,9 20 0,54 97 0,-70-123-91,1 1 0,0-1 0,0 0 0,0-1 0,0 1 0,1 0 0,-1-1 0,1 1 0,0-1 0,0 0 0,1 0 0,-1 0 0,1 0 0,3 2 0,2-2-6735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2T15:36:25.4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154 1 24575,'1'50'0,"-2"56"0,1-105 0,0 0 0,0 0 0,0 0 0,-1 0 0,1 1 0,0-1 0,-1 0 0,1 0 0,0 0 0,-1 0 0,1 0 0,-1 0 0,0 0 0,1 0 0,-1 0 0,0 0 0,1 0 0,-1 0 0,0 0 0,0 0 0,0-1 0,0 1 0,0 0 0,0-1 0,0 1 0,-1 0 0,-1-1 0,1 1 0,0-1 0,-1 0 0,1 0 0,0 0 0,-1 0 0,1 0 0,0 0 0,-1-1 0,1 1 0,0-1 0,-4-1 0,-1 0 0,0-1 0,1-1 0,-1 1 0,1-1 0,0 0 0,0 0 0,-10-10 0,14 12-73,1 0-35,-1-1 1,0 1-1,0 0 0,0 0 1,0 0-1,-1 0 0,1 1 1,0-1-1,-1 1 0,1-1 1,-5-1-1,-2 1-6718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2T15:36:50.1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40 24575,'1342'0'0,"-1230"-14"0,0 16 0,87-4 0,-115-13 0,-50 7-1365,-24 5-5461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05B79F-7766-478F-A327-8A1DEF44FFEF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D1F541-EAC4-4F82-8A32-41DB60A634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541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98E58A-5049-99C9-B335-C725DBF832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A1208C5-F128-067D-C613-CD2E74AD61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52FCE5-DFCD-F407-2C8C-17C2E591C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84BF-8926-45FB-A28B-0A83D3CB2366}" type="datetimeFigureOut">
              <a:rPr lang="zh-TW" altLang="en-US" smtClean="0"/>
              <a:t>2025/12/17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2993A1-8948-A242-3D39-AB7151656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0CB331-0EAD-A2BB-F4FA-08FFE50DC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6AAE0-E19C-458D-A1E7-B3C893070E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8819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E3F5D5-368D-B227-8424-63E27603F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0895AA-C5A0-4D86-5CB1-C6770DA49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ED8307E-A1EC-A945-8333-3AA697B9A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84BF-8926-45FB-A28B-0A83D3CB2366}" type="datetimeFigureOut">
              <a:rPr lang="zh-TW" altLang="en-US" smtClean="0"/>
              <a:t>2025/12/17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AD3B02E-E140-336F-7C15-6C26E10B7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D5463F0-2689-0D2E-1911-E8729203B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6AAE0-E19C-458D-A1E7-B3C893070E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2665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A2F504-F816-6DE8-EE9E-0CBF7DEBA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6E47E68-9514-F6BA-8470-12AED9902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C7B269-7894-0673-3042-027AFC111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84BF-8926-45FB-A28B-0A83D3CB2366}" type="datetimeFigureOut">
              <a:rPr lang="zh-TW" altLang="en-US" smtClean="0"/>
              <a:t>2025/12/17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7BB850-89E2-90F9-7AC1-366EF8B30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BDDBC11-CBCF-AFEB-9020-367EED9FA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6AAE0-E19C-458D-A1E7-B3C893070E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3538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C16F67-0122-4721-9D3A-F64276C82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B25A29-9CC4-5ACF-E6F0-097AF9EBC2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D239753-38EE-321B-1556-2CE26F634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315817-7602-13DD-889A-D8607EFA8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84BF-8926-45FB-A28B-0A83D3CB2366}" type="datetimeFigureOut">
              <a:rPr lang="zh-TW" altLang="en-US" smtClean="0"/>
              <a:t>2025/12/17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D23B791-B9A8-7018-6AEC-38930D90B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E825BC8-10B6-AE3A-1107-BEEC6D77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6AAE0-E19C-458D-A1E7-B3C893070E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9635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3DA020-B4BA-710C-3184-7E4B5F2BC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8DE7CD0-E795-D40C-BA71-3006FCC62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554651C-2300-22CB-8EE3-AA6621AF2B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6353EE8-265F-F770-7F5B-5FB5B53634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6C01E29-F54A-ACFF-B238-F18ED5B773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9FA26E5-9486-AC25-1274-E1443B560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84BF-8926-45FB-A28B-0A83D3CB2366}" type="datetimeFigureOut">
              <a:rPr lang="zh-TW" altLang="en-US" smtClean="0"/>
              <a:t>2025/12/17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CFB3CFB-F252-9B02-C396-9743140C3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830E809-96A7-0F82-9736-B99E9E12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6AAE0-E19C-458D-A1E7-B3C893070E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1957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308663-9A92-3256-C7EB-671DB6D4F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D6CA069-B30B-88E9-E418-F79F98C52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84BF-8926-45FB-A28B-0A83D3CB2366}" type="datetimeFigureOut">
              <a:rPr lang="zh-TW" altLang="en-US" smtClean="0"/>
              <a:t>2025/12/17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365852C-57C8-63FF-49A3-39A8C7563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15585D4-1409-9164-E94E-5905253EE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6AAE0-E19C-458D-A1E7-B3C893070E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5745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7705D19-CFC1-F116-CE1F-8C0819AD9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84BF-8926-45FB-A28B-0A83D3CB2366}" type="datetimeFigureOut">
              <a:rPr lang="zh-TW" altLang="en-US" smtClean="0"/>
              <a:t>2025/12/17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755E644-D3CE-6796-CDD1-E015FFDD7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901D9DA-0476-6EB7-4315-1FEC42C33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6AAE0-E19C-458D-A1E7-B3C893070E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6994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8B4396-80EE-33D8-2AEB-961F9F019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757BAE-A10C-7FCD-11E0-147858275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667BAED-452F-8A15-F0F9-1694023E3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3B4D8D3-9EDC-4FEF-5842-9D1A52AF2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84BF-8926-45FB-A28B-0A83D3CB2366}" type="datetimeFigureOut">
              <a:rPr lang="zh-TW" altLang="en-US" smtClean="0"/>
              <a:t>2025/12/17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F9CF246-4F68-5576-AAC3-294A71427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18B06AF-2AD6-FBE3-F213-175745E2B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6AAE0-E19C-458D-A1E7-B3C893070E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2217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BD34BC-B9F6-840F-ACBB-3FF0619A1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3BE190C-044D-FF7A-4874-EAD1E59727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5BDE89B-681A-CF15-AEAF-CE4AC4090F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057B990-FB25-1DBB-48F1-2303E3119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84BF-8926-45FB-A28B-0A83D3CB2366}" type="datetimeFigureOut">
              <a:rPr lang="zh-TW" altLang="en-US" smtClean="0"/>
              <a:t>2025/12/17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EC04FA4-4C12-AAF8-F30F-221316FD9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8530086-D611-9253-066D-FBF3AF0FF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6AAE0-E19C-458D-A1E7-B3C893070E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6259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5A8F59-E865-A025-630E-872A88CE6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6F1BDD2-5442-8141-DA9B-789BB583C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E343D0-754C-E4A2-29AB-C6F3B08E4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84BF-8926-45FB-A28B-0A83D3CB2366}" type="datetimeFigureOut">
              <a:rPr lang="zh-TW" altLang="en-US" smtClean="0"/>
              <a:t>2025/12/17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2676983-2472-D007-E1E7-8EF1C8CD1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DB5CEF-75D5-BC69-D90D-C657DAD44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6AAE0-E19C-458D-A1E7-B3C893070E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4171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F86B55F-B6B3-FCE4-0D1C-DAD196CD6A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B3417C9-166F-9433-875D-D8D4CC9C73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8F3377-D77A-AF43-2A88-E034DFDEC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84BF-8926-45FB-A28B-0A83D3CB2366}" type="datetimeFigureOut">
              <a:rPr lang="zh-TW" altLang="en-US" smtClean="0"/>
              <a:t>2025/12/17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8358675-0CC7-48F5-6727-1D3C3F8FC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6770D0-BBB8-0A0C-D19F-F65D77A85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76AAE0-E19C-458D-A1E7-B3C893070E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9723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54B151F-5D61-16BF-6D69-678659C6B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3065F06-44D2-40EC-ECEF-2DC327D1D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B43EE89-FD63-6121-46D3-3C87061ECC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6B84BF-8926-45FB-A28B-0A83D3CB2366}" type="datetimeFigureOut">
              <a:rPr lang="zh-TW" altLang="en-US" smtClean="0"/>
              <a:t>2025/12/17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82F57F-F93B-94DD-CE69-EFBABFB3D5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5EE298-3080-6A7C-CECF-4D0ABA0217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76AAE0-E19C-458D-A1E7-B3C893070E1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4817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21.png"/><Relationship Id="rId17" Type="http://schemas.openxmlformats.org/officeDocument/2006/relationships/image" Target="../media/image4.png"/><Relationship Id="rId2" Type="http://schemas.openxmlformats.org/officeDocument/2006/relationships/image" Target="../media/image1.png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image" Target="../media/image2.png"/><Relationship Id="rId10" Type="http://schemas.openxmlformats.org/officeDocument/2006/relationships/image" Target="../media/image20.png"/><Relationship Id="rId4" Type="http://schemas.openxmlformats.org/officeDocument/2006/relationships/image" Target="../media/image170.png"/><Relationship Id="rId9" Type="http://schemas.openxmlformats.org/officeDocument/2006/relationships/customXml" Target="../ink/ink4.xml"/><Relationship Id="rId1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huggingface.co/Location0717/Whisper-small-Taiwanes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CE5842-C773-4676-CDA8-9BA829D960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48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Segoe UI Semibold" panose="020B0702040204020203" pitchFamily="34" charset="0"/>
              </a:rPr>
              <a:t>Taiwanese </a:t>
            </a:r>
            <a:r>
              <a:rPr lang="en-US" sz="4800" dirty="0">
                <a:latin typeface="Yu Gothic UI Semibold" panose="020B0700000000000000" pitchFamily="34" charset="-128"/>
                <a:ea typeface="Yu Gothic UI Semibold" panose="020B0700000000000000" pitchFamily="34" charset="-128"/>
                <a:cs typeface="Segoe UI Semibold" panose="020B0702040204020203" pitchFamily="34" charset="0"/>
              </a:rPr>
              <a:t> Q&amp;A using Large Language Models</a:t>
            </a:r>
            <a:endParaRPr lang="zh-TW" altLang="en-US" sz="4800" dirty="0">
              <a:latin typeface="Yu Gothic UI Semibold" panose="020B0700000000000000" pitchFamily="34" charset="-128"/>
              <a:ea typeface="Yu Gothic UI Semibold" panose="020B0700000000000000" pitchFamily="34" charset="-128"/>
              <a:cs typeface="Segoe UI Semibold" panose="020B0702040204020203" pitchFamily="34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C442D44-609F-EF2A-E9B1-5DD76EC414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314581029</a:t>
            </a:r>
            <a:r>
              <a:rPr lang="zh-TW" altLang="en-US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 盧楷勛</a:t>
            </a:r>
          </a:p>
        </p:txBody>
      </p:sp>
    </p:spTree>
    <p:extLst>
      <p:ext uri="{BB962C8B-B14F-4D97-AF65-F5344CB8AC3E}">
        <p14:creationId xmlns:p14="http://schemas.microsoft.com/office/powerpoint/2010/main" val="965449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70E3F6-56CB-FC7F-71E8-565D30F45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Platform</a:t>
            </a:r>
            <a:endParaRPr lang="zh-TW" alt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37BBF2-9F11-B6D6-22E3-C244F2FE5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Yu Gothic UI" panose="020B0500000000000000" pitchFamily="34" charset="-128"/>
                <a:ea typeface="Yu Gothic UI" panose="020B0500000000000000" pitchFamily="34" charset="-128"/>
              </a:rPr>
              <a:t>13th Gen Intel(R) Core(TM) i7-13700</a:t>
            </a:r>
          </a:p>
          <a:p>
            <a:r>
              <a:rPr lang="en-US" altLang="zh-TW" dirty="0">
                <a:latin typeface="Yu Gothic UI" panose="020B0500000000000000" pitchFamily="34" charset="-128"/>
                <a:ea typeface="Yu Gothic UI" panose="020B0500000000000000" pitchFamily="34" charset="-128"/>
              </a:rPr>
              <a:t>NVIDIA GeForce RTX 4070 SUPER (12GB VRAM)</a:t>
            </a:r>
          </a:p>
          <a:p>
            <a:r>
              <a:rPr lang="en-US" altLang="zh-TW" dirty="0">
                <a:latin typeface="Yu Gothic UI" panose="020B0500000000000000" pitchFamily="34" charset="-128"/>
                <a:ea typeface="Yu Gothic UI" panose="020B0500000000000000" pitchFamily="34" charset="-128"/>
              </a:rPr>
              <a:t>NVIDIA GeForce RTX 4090 SUPER (24GB VRAM) </a:t>
            </a:r>
            <a:r>
              <a:rPr lang="zh-TW" altLang="en-US" dirty="0">
                <a:latin typeface="Yu Gothic UI" panose="020B0500000000000000" pitchFamily="34" charset="-128"/>
                <a:ea typeface="Yu Gothic UI" panose="020B0500000000000000" pitchFamily="34" charset="-128"/>
              </a:rPr>
              <a:t>* </a:t>
            </a:r>
            <a:r>
              <a:rPr lang="en-US" altLang="zh-TW" dirty="0">
                <a:latin typeface="Yu Gothic UI" panose="020B0500000000000000" pitchFamily="34" charset="-128"/>
                <a:ea typeface="Yu Gothic UI" panose="020B0500000000000000" pitchFamily="34" charset="-128"/>
              </a:rPr>
              <a:t>2</a:t>
            </a:r>
          </a:p>
          <a:p>
            <a:endParaRPr lang="en-US" altLang="zh-TW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r>
              <a:rPr lang="en-US" dirty="0">
                <a:latin typeface="Yu Gothic UI" panose="020B0500000000000000" pitchFamily="34" charset="-128"/>
                <a:ea typeface="Yu Gothic UI" panose="020B0500000000000000" pitchFamily="34" charset="-128"/>
              </a:rPr>
              <a:t>Intel Xeon Platinum 8580 (</a:t>
            </a:r>
            <a:r>
              <a:rPr lang="en-US" dirty="0"/>
              <a:t>60 core</a:t>
            </a:r>
            <a:r>
              <a:rPr lang="en-US" dirty="0">
                <a:latin typeface="Yu Gothic UI" panose="020B0500000000000000" pitchFamily="34" charset="-128"/>
                <a:ea typeface="Yu Gothic UI" panose="020B0500000000000000" pitchFamily="34" charset="-128"/>
              </a:rPr>
              <a:t>)</a:t>
            </a:r>
          </a:p>
          <a:p>
            <a:r>
              <a:rPr lang="en-US" altLang="zh-TW" dirty="0">
                <a:latin typeface="Yu Gothic UI" panose="020B0500000000000000" pitchFamily="34" charset="-128"/>
                <a:ea typeface="Yu Gothic UI" panose="020B0500000000000000" pitchFamily="34" charset="-128"/>
              </a:rPr>
              <a:t>NVIDIA H200 (140GB VRAM) * 2</a:t>
            </a:r>
          </a:p>
          <a:p>
            <a:endParaRPr lang="zh-TW" altLang="en-US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1710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DC551-049B-4FA2-F447-190DF43E9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Recap: Attempt #9</a:t>
            </a:r>
            <a:b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</a:br>
            <a:r>
              <a:rPr lang="en-US" altLang="zh-TW" sz="27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Load larger model with </a:t>
            </a:r>
            <a:r>
              <a:rPr lang="en-US" altLang="zh-TW" sz="2700" dirty="0" err="1">
                <a:latin typeface="Yu Gothic UI" panose="020B0500000000000000" pitchFamily="34" charset="-128"/>
                <a:ea typeface="Yu Gothic UI" panose="020B0500000000000000" pitchFamily="34" charset="-128"/>
              </a:rPr>
              <a:t>LoRA</a:t>
            </a:r>
            <a:r>
              <a:rPr lang="en-US" altLang="zh-TW" sz="27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 and quantization</a:t>
            </a:r>
            <a:endParaRPr lang="en-US" sz="2700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4446BBC-6D88-99D5-3186-5608954BC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94" y="1494802"/>
            <a:ext cx="4728599" cy="536319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3BFE9DF-107D-F150-064D-71F42A39EAD1}"/>
                  </a:ext>
                </a:extLst>
              </p14:cNvPr>
              <p14:cNvContentPartPr/>
              <p14:nvPr/>
            </p14:nvContentPartPr>
            <p14:xfrm>
              <a:off x="1386640" y="3726920"/>
              <a:ext cx="3349440" cy="442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3BFE9DF-107D-F150-064D-71F42A39EA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80520" y="3720800"/>
                <a:ext cx="3361680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9A2DECF-BD20-5ACF-A615-033219B9E627}"/>
                  </a:ext>
                </a:extLst>
              </p14:cNvPr>
              <p14:cNvContentPartPr/>
              <p14:nvPr/>
            </p14:nvContentPartPr>
            <p14:xfrm>
              <a:off x="1600120" y="2407880"/>
              <a:ext cx="548280" cy="255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9A2DECF-BD20-5ACF-A615-033219B9E62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94000" y="2401760"/>
                <a:ext cx="5605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FC2C2B0-A479-6861-DED3-480D1DFC8660}"/>
                  </a:ext>
                </a:extLst>
              </p14:cNvPr>
              <p14:cNvContentPartPr/>
              <p14:nvPr/>
            </p14:nvContentPartPr>
            <p14:xfrm>
              <a:off x="1594720" y="4429280"/>
              <a:ext cx="549000" cy="104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FC2C2B0-A479-6861-DED3-480D1DFC866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88600" y="4423160"/>
                <a:ext cx="561240" cy="2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A212E945-ACFD-BEB0-9179-A810BE9F309F}"/>
              </a:ext>
            </a:extLst>
          </p:cNvPr>
          <p:cNvGrpSpPr/>
          <p:nvPr/>
        </p:nvGrpSpPr>
        <p:grpSpPr>
          <a:xfrm>
            <a:off x="1182520" y="3693080"/>
            <a:ext cx="1114200" cy="1554840"/>
            <a:chOff x="1182520" y="3693080"/>
            <a:chExt cx="1114200" cy="155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65D454D-C26D-DC51-277F-D13D657DD54B}"/>
                    </a:ext>
                  </a:extLst>
                </p14:cNvPr>
                <p14:cNvContentPartPr/>
                <p14:nvPr/>
              </p14:nvContentPartPr>
              <p14:xfrm>
                <a:off x="1182520" y="3693080"/>
                <a:ext cx="366120" cy="1397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65D454D-C26D-DC51-277F-D13D657DD54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76400" y="3686960"/>
                  <a:ext cx="378360" cy="14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129CC6F-93D8-12A8-8D38-AD702BB91F6C}"/>
                    </a:ext>
                  </a:extLst>
                </p14:cNvPr>
                <p14:cNvContentPartPr/>
                <p14:nvPr/>
              </p14:nvContentPartPr>
              <p14:xfrm>
                <a:off x="1509040" y="5049200"/>
                <a:ext cx="56160" cy="66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129CC6F-93D8-12A8-8D38-AD702BB91F6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02920" y="5043080"/>
                  <a:ext cx="684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22CD195-0C1F-8E44-7BC9-37125CC43098}"/>
                    </a:ext>
                  </a:extLst>
                </p14:cNvPr>
                <p14:cNvContentPartPr/>
                <p14:nvPr/>
              </p14:nvContentPartPr>
              <p14:xfrm>
                <a:off x="1615240" y="5233160"/>
                <a:ext cx="681480" cy="14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22CD195-0C1F-8E44-7BC9-37125CC4309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609120" y="5227040"/>
                  <a:ext cx="693720" cy="27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3" name="Picture 22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A127CAC0-F84F-0637-4E87-79EEB7D6230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87920" y="1553566"/>
            <a:ext cx="4594290" cy="1837716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2730B45-9A2E-41DF-2899-1A05180E68C8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5049520" y="2472424"/>
            <a:ext cx="24384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3284B3C1-68F8-A593-6446-0AD268E8E985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r="19546"/>
          <a:stretch>
            <a:fillRect/>
          </a:stretch>
        </p:blipFill>
        <p:spPr>
          <a:xfrm>
            <a:off x="6427809" y="5918962"/>
            <a:ext cx="5740607" cy="733527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593E18A-D485-E063-ED6E-516C4A4CCAD1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4736080" y="5994400"/>
            <a:ext cx="1691729" cy="2913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Picture 37" descr="A diagram of a diagram of weights&#10;&#10;AI-generated content may be incorrect.">
            <a:extLst>
              <a:ext uri="{FF2B5EF4-FFF2-40B4-BE49-F238E27FC236}">
                <a16:creationId xmlns:a16="http://schemas.microsoft.com/office/drawing/2014/main" id="{217EA4EE-EC0B-CB2C-D77A-F9BACEFAA61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28509" y="3429001"/>
            <a:ext cx="2553701" cy="2346887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6663BDDC-6F4A-435F-5DD3-1D2F131EFE66}"/>
              </a:ext>
            </a:extLst>
          </p:cNvPr>
          <p:cNvSpPr txBox="1"/>
          <p:nvPr/>
        </p:nvSpPr>
        <p:spPr>
          <a:xfrm>
            <a:off x="6722899" y="4070388"/>
            <a:ext cx="2071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h = W · x   </a:t>
            </a:r>
            <a:r>
              <a:rPr lang="en-US" dirty="0">
                <a:solidFill>
                  <a:srgbClr val="FF0000"/>
                </a:solidFill>
              </a:rPr>
              <a:t>(FP16)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60B2500-C405-4787-6821-B1A1A427445E}"/>
              </a:ext>
            </a:extLst>
          </p:cNvPr>
          <p:cNvSpPr txBox="1"/>
          <p:nvPr/>
        </p:nvSpPr>
        <p:spPr>
          <a:xfrm>
            <a:off x="6235110" y="4871208"/>
            <a:ext cx="30468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h</a:t>
            </a:r>
            <a:r>
              <a:rPr lang="pl-PL" dirty="0"/>
              <a:t> = (W_4bit + </a:t>
            </a:r>
            <a:r>
              <a:rPr lang="en-US" dirty="0"/>
              <a:t>BA</a:t>
            </a:r>
            <a:r>
              <a:rPr lang="pl-PL" dirty="0"/>
              <a:t>) · x</a:t>
            </a:r>
            <a:r>
              <a:rPr lang="en-US" dirty="0"/>
              <a:t>    </a:t>
            </a:r>
            <a:r>
              <a:rPr lang="en-US" dirty="0">
                <a:solidFill>
                  <a:srgbClr val="FF0000"/>
                </a:solidFill>
              </a:rPr>
              <a:t>(NF4)</a:t>
            </a:r>
          </a:p>
          <a:p>
            <a:pPr algn="ctr"/>
            <a:r>
              <a:rPr lang="en-US" dirty="0"/>
              <a:t>Where A has shape (1280,8)</a:t>
            </a:r>
          </a:p>
          <a:p>
            <a:pPr algn="ctr"/>
            <a:r>
              <a:rPr lang="en-US" dirty="0"/>
              <a:t>And B has shape (8, 1280)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90BDB49-F289-1854-4ADA-BBFDAFBBF917}"/>
              </a:ext>
            </a:extLst>
          </p:cNvPr>
          <p:cNvCxnSpPr>
            <a:cxnSpLocks/>
            <a:stCxn id="44" idx="2"/>
            <a:endCxn id="48" idx="0"/>
          </p:cNvCxnSpPr>
          <p:nvPr/>
        </p:nvCxnSpPr>
        <p:spPr>
          <a:xfrm flipH="1">
            <a:off x="7758526" y="4439720"/>
            <a:ext cx="1" cy="4314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215FAA7F-365E-91BC-4043-623910D3B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093195"/>
              </p:ext>
            </p:extLst>
          </p:nvPr>
        </p:nvGraphicFramePr>
        <p:xfrm>
          <a:off x="8082762" y="110138"/>
          <a:ext cx="3999448" cy="1247023"/>
        </p:xfrm>
        <a:graphic>
          <a:graphicData uri="http://schemas.openxmlformats.org/drawingml/2006/table">
            <a:tbl>
              <a:tblPr firstCol="1">
                <a:tableStyleId>{9D7B26C5-4107-4FEC-AEDC-1716B250A1EF}</a:tableStyleId>
              </a:tblPr>
              <a:tblGrid>
                <a:gridCol w="1518438">
                  <a:extLst>
                    <a:ext uri="{9D8B030D-6E8A-4147-A177-3AD203B41FA5}">
                      <a16:colId xmlns:a16="http://schemas.microsoft.com/office/drawing/2014/main" val="1143548371"/>
                    </a:ext>
                  </a:extLst>
                </a:gridCol>
                <a:gridCol w="2481010">
                  <a:extLst>
                    <a:ext uri="{9D8B030D-6E8A-4147-A177-3AD203B41FA5}">
                      <a16:colId xmlns:a16="http://schemas.microsoft.com/office/drawing/2014/main" val="3530293470"/>
                    </a:ext>
                  </a:extLst>
                </a:gridCol>
              </a:tblGrid>
              <a:tr h="391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Parameters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3442748"/>
                  </a:ext>
                </a:extLst>
              </a:tr>
              <a:tr h="391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Full 1280×1280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1,638,400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5148517"/>
                  </a:ext>
                </a:extLst>
              </a:tr>
              <a:tr h="464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/>
                        <a:t>LoRA</a:t>
                      </a:r>
                      <a:r>
                        <a:rPr lang="en-US" sz="1400" dirty="0"/>
                        <a:t> (rank 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1280×8 + 8×1280 = </a:t>
                      </a:r>
                      <a:r>
                        <a:rPr lang="en-US" sz="1400" b="1" dirty="0"/>
                        <a:t>20,480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1014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6815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468C4-38E8-24ED-2867-97B50DCD4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370C6-A204-344D-8875-96C3C0F86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Training experiment</a:t>
            </a:r>
            <a:endParaRPr lang="en-US" sz="2700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60976F-E473-549F-6D9C-83FD8B254967}"/>
              </a:ext>
            </a:extLst>
          </p:cNvPr>
          <p:cNvSpPr txBox="1"/>
          <p:nvPr/>
        </p:nvSpPr>
        <p:spPr>
          <a:xfrm>
            <a:off x="1066085" y="5110316"/>
            <a:ext cx="97019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https://huggingface.co/Location0717/Whisper-large-v3-turbo-QLoRA-4bit-Taiwanese</a:t>
            </a:r>
            <a:br>
              <a:rPr lang="en-US" dirty="0">
                <a:hlinkClick r:id="rId2"/>
              </a:rPr>
            </a:br>
            <a:r>
              <a:rPr lang="en-US" dirty="0">
                <a:hlinkClick r:id="rId2"/>
              </a:rPr>
              <a:t>https://huggingface.co/Location0717/Whisper-small-Taiwanese</a:t>
            </a:r>
            <a:endParaRPr lang="en-US" dirty="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DF8F92-3F97-89CF-48ED-F29B75BC7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765" y="1912144"/>
            <a:ext cx="9888470" cy="3127272"/>
          </a:xfrm>
          <a:prstGeom prst="rect">
            <a:avLst/>
          </a:prstGeom>
        </p:spPr>
      </p:pic>
      <p:pic>
        <p:nvPicPr>
          <p:cNvPr id="12" name="Picture 11" descr="A purple line in a dark background&#10;&#10;AI-generated content may be incorrect.">
            <a:extLst>
              <a:ext uri="{FF2B5EF4-FFF2-40B4-BE49-F238E27FC236}">
                <a16:creationId xmlns:a16="http://schemas.microsoft.com/office/drawing/2014/main" id="{F7BE509A-7F40-C728-6DAB-EA0D6BFB09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3628" y="5827547"/>
            <a:ext cx="4572638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26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05A8C0-4CBE-7D77-63C0-5F5297716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8359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Model info</a:t>
            </a:r>
            <a:endParaRPr lang="zh-TW" altLang="en-US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775D62-500B-546B-4EC4-6E6E132D5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2440" cy="4351338"/>
          </a:xfrm>
        </p:spPr>
        <p:txBody>
          <a:bodyPr>
            <a:normAutofit lnSpcReduction="10000"/>
          </a:bodyPr>
          <a:lstStyle/>
          <a:p>
            <a:r>
              <a:rPr lang="en-US" altLang="zh-TW" sz="2400" dirty="0">
                <a:latin typeface="Yu Gothic UI" panose="020B0500000000000000" pitchFamily="34" charset="-128"/>
                <a:ea typeface="Yu Gothic UI" panose="020B0500000000000000" pitchFamily="34" charset="-128"/>
                <a:cs typeface="+mj-cs"/>
              </a:rPr>
              <a:t>Qwen2.5-1.5B-Instruct</a:t>
            </a:r>
          </a:p>
          <a:p>
            <a:r>
              <a:rPr lang="en-US" altLang="zh-TW" sz="2400" dirty="0">
                <a:latin typeface="Yu Gothic UI" panose="020B0500000000000000" pitchFamily="34" charset="-128"/>
                <a:ea typeface="Yu Gothic UI" panose="020B0500000000000000" pitchFamily="34" charset="-128"/>
                <a:cs typeface="+mj-cs"/>
              </a:rPr>
              <a:t>Qwen2.5-7B-Instruct</a:t>
            </a:r>
          </a:p>
          <a:p>
            <a:r>
              <a:rPr lang="en-US" altLang="zh-TW" sz="24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Qwen2.5-14B-Instruct</a:t>
            </a:r>
            <a:endParaRPr lang="en-US" altLang="zh-TW" sz="2400" dirty="0">
              <a:latin typeface="Yu Gothic UI" panose="020B0500000000000000" pitchFamily="34" charset="-128"/>
              <a:ea typeface="Yu Gothic UI" panose="020B0500000000000000" pitchFamily="34" charset="-128"/>
              <a:cs typeface="+mj-cs"/>
            </a:endParaRPr>
          </a:p>
          <a:p>
            <a:r>
              <a:rPr lang="en-US" altLang="zh-TW" sz="2400" dirty="0">
                <a:latin typeface="Yu Gothic UI" panose="020B0500000000000000" pitchFamily="34" charset="-128"/>
                <a:ea typeface="Yu Gothic UI" panose="020B0500000000000000" pitchFamily="34" charset="-128"/>
                <a:cs typeface="+mj-cs"/>
              </a:rPr>
              <a:t>Qwen2.5-32B-Instruct</a:t>
            </a:r>
          </a:p>
          <a:p>
            <a:r>
              <a:rPr lang="en-US" altLang="zh-TW" sz="2400" dirty="0">
                <a:latin typeface="Yu Gothic UI" panose="020B0500000000000000" pitchFamily="34" charset="-128"/>
                <a:ea typeface="Yu Gothic UI" panose="020B0500000000000000" pitchFamily="34" charset="-128"/>
                <a:cs typeface="+mj-cs"/>
              </a:rPr>
              <a:t>Qwen2.5-72B-Instruct</a:t>
            </a:r>
          </a:p>
          <a:p>
            <a:endParaRPr lang="en-US" altLang="zh-TW" sz="2400" dirty="0">
              <a:latin typeface="Yu Gothic UI" panose="020B0500000000000000" pitchFamily="34" charset="-128"/>
              <a:ea typeface="Yu Gothic UI" panose="020B0500000000000000" pitchFamily="34" charset="-128"/>
              <a:cs typeface="+mj-cs"/>
            </a:endParaRPr>
          </a:p>
          <a:p>
            <a:r>
              <a:rPr lang="en-US" altLang="zh-TW" sz="2400" dirty="0">
                <a:latin typeface="Yu Gothic UI" panose="020B0500000000000000" pitchFamily="34" charset="-128"/>
                <a:ea typeface="Yu Gothic UI" panose="020B0500000000000000" pitchFamily="34" charset="-128"/>
                <a:cs typeface="+mj-cs"/>
              </a:rPr>
              <a:t>sentence-transformers</a:t>
            </a:r>
          </a:p>
          <a:p>
            <a:pPr marL="457200" lvl="1" indent="0">
              <a:buNone/>
            </a:pPr>
            <a:r>
              <a:rPr lang="en-US" altLang="zh-TW" sz="2000" dirty="0">
                <a:latin typeface="Yu Gothic UI" panose="020B0500000000000000" pitchFamily="34" charset="-128"/>
                <a:ea typeface="Yu Gothic UI" panose="020B0500000000000000" pitchFamily="34" charset="-128"/>
                <a:cs typeface="+mj-cs"/>
              </a:rPr>
              <a:t>paraphrase-multilingual-MiniLM-L12-v2</a:t>
            </a:r>
          </a:p>
          <a:p>
            <a:endParaRPr lang="en-US" altLang="zh-TW" sz="2400" dirty="0">
              <a:latin typeface="Yu Gothic UI" panose="020B0500000000000000" pitchFamily="34" charset="-128"/>
              <a:ea typeface="Yu Gothic UI" panose="020B0500000000000000" pitchFamily="34" charset="-128"/>
              <a:cs typeface="+mj-cs"/>
            </a:endParaRPr>
          </a:p>
          <a:p>
            <a:r>
              <a:rPr lang="en-US" altLang="zh-TW" sz="2400" dirty="0" err="1">
                <a:latin typeface="Yu Gothic UI" panose="020B0500000000000000" pitchFamily="34" charset="-128"/>
                <a:ea typeface="Yu Gothic UI" panose="020B0500000000000000" pitchFamily="34" charset="-128"/>
                <a:cs typeface="+mj-cs"/>
              </a:rPr>
              <a:t>QLoRA</a:t>
            </a:r>
            <a:r>
              <a:rPr lang="en-US" altLang="zh-TW" sz="2400" dirty="0">
                <a:latin typeface="Yu Gothic UI" panose="020B0500000000000000" pitchFamily="34" charset="-128"/>
                <a:ea typeface="Yu Gothic UI" panose="020B0500000000000000" pitchFamily="34" charset="-128"/>
                <a:cs typeface="+mj-cs"/>
              </a:rPr>
              <a:t> 4-bit</a:t>
            </a:r>
          </a:p>
        </p:txBody>
      </p:sp>
      <p:pic>
        <p:nvPicPr>
          <p:cNvPr id="1026" name="Picture 2" descr="Qwen-1.8B structure with detailed QwenBlock.">
            <a:extLst>
              <a:ext uri="{FF2B5EF4-FFF2-40B4-BE49-F238E27FC236}">
                <a16:creationId xmlns:a16="http://schemas.microsoft.com/office/drawing/2014/main" id="{0D4AA0C3-B86F-AFED-B950-76ACC9917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148" y="218209"/>
            <a:ext cx="5599561" cy="6421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537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8ACDA-5BF9-8C86-E08C-3A0CFD0AB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3879F8-BD59-5F4A-CC3E-70CDC9D60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6249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Data source</a:t>
            </a:r>
            <a:endParaRPr lang="zh-TW" altLang="en-US" sz="2700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88DAC5B-D251-4959-944E-E678B2837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85" y="2484516"/>
            <a:ext cx="6899856" cy="342391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F7481C6-F149-F930-4561-4FE7559B0EE0}"/>
              </a:ext>
            </a:extLst>
          </p:cNvPr>
          <p:cNvSpPr txBox="1"/>
          <p:nvPr/>
        </p:nvSpPr>
        <p:spPr>
          <a:xfrm>
            <a:off x="838200" y="16201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https://sutian.moe.edu.tw/zh-hant/siongkuantsuguan/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25F8335-D278-30E1-9073-2F129C159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0563" y="2972022"/>
            <a:ext cx="6503213" cy="34314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2ABAC6-6027-ACFB-66BD-0B01FCFB7E71}"/>
              </a:ext>
            </a:extLst>
          </p:cNvPr>
          <p:cNvSpPr txBox="1"/>
          <p:nvPr/>
        </p:nvSpPr>
        <p:spPr>
          <a:xfrm>
            <a:off x="7460862" y="1804808"/>
            <a:ext cx="40947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Dictionary-word (x21788)</a:t>
            </a:r>
          </a:p>
          <a:p>
            <a:r>
              <a:rPr lang="en-US" altLang="zh-TW" sz="2400" dirty="0"/>
              <a:t>Dictionary-sentence (x17697)</a:t>
            </a:r>
          </a:p>
        </p:txBody>
      </p:sp>
    </p:spTree>
    <p:extLst>
      <p:ext uri="{BB962C8B-B14F-4D97-AF65-F5344CB8AC3E}">
        <p14:creationId xmlns:p14="http://schemas.microsoft.com/office/powerpoint/2010/main" val="3293298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6B1F9-839E-5581-279B-8EF5435AD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A2DF19-F7FA-C45C-7EFD-53D569924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Data preprocessing</a:t>
            </a:r>
            <a:br>
              <a:rPr lang="en-US" altLang="zh-TW" b="1" dirty="0"/>
            </a:br>
            <a:r>
              <a:rPr lang="en-US" altLang="zh-TW" sz="24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CPT &amp; SFT</a:t>
            </a:r>
            <a:r>
              <a:rPr lang="zh-TW" altLang="en-US" sz="24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 </a:t>
            </a:r>
            <a:r>
              <a:rPr lang="en-US" altLang="zh-TW" sz="24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data 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9A010E-AA47-C41C-C412-973F57232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15465"/>
            <a:ext cx="535432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Supervised Fine-Tuning</a:t>
            </a:r>
          </a:p>
          <a:p>
            <a:pPr marL="0" indent="0">
              <a:buNone/>
            </a:pPr>
            <a:r>
              <a:rPr lang="en-US" altLang="zh-TW" sz="1800" dirty="0"/>
              <a:t>{"id": "381", "instruction": "", "input": "</a:t>
            </a:r>
            <a:r>
              <a:rPr lang="zh-TW" altLang="en-US" sz="1800" dirty="0"/>
              <a:t>文章：</a:t>
            </a:r>
            <a:r>
              <a:rPr lang="en-US" altLang="zh-TW" sz="1800" dirty="0"/>
              <a:t>\n</a:t>
            </a:r>
            <a:r>
              <a:rPr lang="zh-TW" altLang="en-US" sz="1800" dirty="0"/>
              <a:t>桃園市龜山分局大埔派出所警員涂修理</a:t>
            </a:r>
            <a:r>
              <a:rPr lang="en-US" altLang="zh-TW" sz="1800" dirty="0"/>
              <a:t>…..</a:t>
            </a:r>
            <a:r>
              <a:rPr lang="zh-TW" altLang="en-US" sz="1800" dirty="0"/>
              <a:t>的警政署長陳國恩除了拜託院方全力搶救外，嘛重申執行酒駕勤務無止</a:t>
            </a:r>
            <a:r>
              <a:rPr lang="en-US" altLang="zh-TW" sz="1800" dirty="0"/>
              <a:t>------\n\n</a:t>
            </a:r>
            <a:r>
              <a:rPr lang="zh-TW" altLang="en-US" sz="1800" dirty="0"/>
              <a:t>問題：請問內政部長提議是按怎預防酒駕？</a:t>
            </a:r>
            <a:r>
              <a:rPr lang="en-US" altLang="zh-TW" sz="1800" dirty="0"/>
              <a:t>\n\n</a:t>
            </a:r>
            <a:r>
              <a:rPr lang="zh-TW" altLang="en-US" sz="1800" dirty="0"/>
              <a:t>選項：</a:t>
            </a:r>
            <a:r>
              <a:rPr lang="en-US" altLang="zh-TW" sz="1800" dirty="0"/>
              <a:t>\n1. </a:t>
            </a:r>
            <a:r>
              <a:rPr lang="zh-TW" altLang="en-US" sz="1800" dirty="0"/>
              <a:t>綿爛執行酒駕勤務</a:t>
            </a:r>
            <a:r>
              <a:rPr lang="en-US" altLang="zh-TW" sz="1800" dirty="0"/>
              <a:t>\n2. </a:t>
            </a:r>
            <a:r>
              <a:rPr lang="zh-TW" altLang="en-US" sz="1800" dirty="0"/>
              <a:t>籲請全民共同為陳明慧集氣，嘛重申酒駕零容忍的決心。</a:t>
            </a:r>
            <a:r>
              <a:rPr lang="en-US" altLang="zh-TW" sz="1800" dirty="0"/>
              <a:t>\n3. </a:t>
            </a:r>
            <a:r>
              <a:rPr lang="zh-TW" altLang="en-US" sz="1800" dirty="0"/>
              <a:t>加強酒駕者的道安講習</a:t>
            </a:r>
            <a:r>
              <a:rPr lang="en-US" altLang="zh-TW" sz="1800" dirty="0"/>
              <a:t>\n4. </a:t>
            </a:r>
            <a:r>
              <a:rPr lang="zh-TW" altLang="en-US" sz="1800" dirty="0"/>
              <a:t>全民前去病院探視</a:t>
            </a:r>
            <a:r>
              <a:rPr lang="en-US" altLang="zh-TW" sz="1800" dirty="0"/>
              <a:t>\n\n</a:t>
            </a:r>
            <a:r>
              <a:rPr lang="zh-TW" altLang="en-US" sz="1800" dirty="0"/>
              <a:t>答案：</a:t>
            </a:r>
            <a:r>
              <a:rPr lang="en-US" altLang="zh-TW" sz="1800" dirty="0"/>
              <a:t>", "response": "3"}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CD95A1-5432-D98E-6E70-D969B9F2D296}"/>
              </a:ext>
            </a:extLst>
          </p:cNvPr>
          <p:cNvSpPr txBox="1"/>
          <p:nvPr/>
        </p:nvSpPr>
        <p:spPr>
          <a:xfrm>
            <a:off x="838200" y="1815465"/>
            <a:ext cx="4765696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Continual Pre-Training</a:t>
            </a:r>
          </a:p>
          <a:p>
            <a:r>
              <a:rPr lang="en-US" altLang="zh-TW" dirty="0"/>
              <a:t>{"text": "</a:t>
            </a:r>
            <a:r>
              <a:rPr lang="zh-TW" altLang="en-US" dirty="0"/>
              <a:t>我聽著花開的聲：台語散文集 廖張皭 台語是阮佮故鄉的連結，台語予阮揣著轉去厝的路， 寫台文是我對故鄉的 </a:t>
            </a:r>
            <a:r>
              <a:rPr lang="en-US" altLang="zh-TW" dirty="0" err="1"/>
              <a:t>siàu</a:t>
            </a:r>
            <a:r>
              <a:rPr lang="en-US" altLang="zh-TW" dirty="0"/>
              <a:t> </a:t>
            </a:r>
            <a:r>
              <a:rPr lang="zh-TW" altLang="en-US" dirty="0"/>
              <a:t>念，嘛是咧走揣家己，中年書寫 閣 </a:t>
            </a:r>
            <a:r>
              <a:rPr lang="en-US" altLang="zh-TW" dirty="0" err="1"/>
              <a:t>khah</a:t>
            </a:r>
            <a:r>
              <a:rPr lang="en-US" altLang="zh-TW" dirty="0"/>
              <a:t> </a:t>
            </a:r>
            <a:r>
              <a:rPr lang="zh-TW" altLang="en-US" dirty="0"/>
              <a:t>是 </a:t>
            </a:r>
            <a:r>
              <a:rPr lang="en-US" altLang="zh-TW" dirty="0" err="1"/>
              <a:t>ua̍t</a:t>
            </a:r>
            <a:r>
              <a:rPr lang="en-US" altLang="zh-TW" dirty="0"/>
              <a:t> </a:t>
            </a:r>
            <a:r>
              <a:rPr lang="zh-TW" altLang="en-US" dirty="0"/>
              <a:t>頭 </a:t>
            </a:r>
            <a:r>
              <a:rPr lang="en-US" altLang="zh-TW" dirty="0"/>
              <a:t>1 </a:t>
            </a:r>
            <a:r>
              <a:rPr lang="zh-TW" altLang="en-US" dirty="0"/>
              <a:t>看家己的人生，反省 </a:t>
            </a:r>
            <a:r>
              <a:rPr lang="en-US" altLang="zh-TW" dirty="0"/>
              <a:t>1 </a:t>
            </a:r>
            <a:r>
              <a:rPr lang="en-US" altLang="zh-TW" dirty="0" err="1"/>
              <a:t>tsuā</a:t>
            </a:r>
            <a:r>
              <a:rPr lang="en-US" altLang="zh-TW" dirty="0"/>
              <a:t> </a:t>
            </a:r>
            <a:r>
              <a:rPr lang="zh-TW" altLang="en-US" dirty="0"/>
              <a:t>行來的 </a:t>
            </a:r>
            <a:r>
              <a:rPr lang="en-US" altLang="zh-TW" dirty="0" err="1"/>
              <a:t>ta̍p</a:t>
            </a:r>
            <a:r>
              <a:rPr lang="en-US" altLang="zh-TW" dirty="0"/>
              <a:t>- </a:t>
            </a:r>
            <a:r>
              <a:rPr lang="en-US" altLang="zh-TW" dirty="0" err="1"/>
              <a:t>ta̍p</a:t>
            </a:r>
            <a:r>
              <a:rPr lang="en-US" altLang="zh-TW" dirty="0"/>
              <a:t> </a:t>
            </a:r>
            <a:r>
              <a:rPr lang="zh-TW" altLang="en-US" dirty="0"/>
              <a:t>滴滴。阮佇雲林二崙濁水溪邊的小庄頭出世，老爸掀</a:t>
            </a:r>
            <a:r>
              <a:rPr lang="en-US" altLang="zh-TW" dirty="0"/>
              <a:t>《 </a:t>
            </a:r>
            <a:r>
              <a:rPr lang="zh-TW" altLang="en-US" dirty="0"/>
              <a:t>彙音 寶鑑 </a:t>
            </a:r>
            <a:r>
              <a:rPr lang="en-US" altLang="zh-TW" dirty="0"/>
              <a:t>》2 </a:t>
            </a:r>
            <a:r>
              <a:rPr lang="en-US" altLang="zh-TW" dirty="0" err="1"/>
              <a:t>kā</a:t>
            </a:r>
            <a:r>
              <a:rPr lang="en-US" altLang="zh-TW" dirty="0"/>
              <a:t> </a:t>
            </a:r>
            <a:r>
              <a:rPr lang="zh-TW" altLang="en-US" dirty="0"/>
              <a:t>阮號名。讀小學的時，就真佮意文學。國立成 功大學中文系畢業，</a:t>
            </a:r>
            <a:r>
              <a:rPr lang="en-US" altLang="zh-TW" dirty="0"/>
              <a:t>bat </a:t>
            </a:r>
            <a:r>
              <a:rPr lang="zh-TW" altLang="en-US" dirty="0"/>
              <a:t>佇私立中學教冊，了後，佇國民學 校做老師。</a:t>
            </a:r>
            <a:r>
              <a:rPr lang="en-US" altLang="zh-TW" dirty="0"/>
              <a:t>"}</a:t>
            </a:r>
          </a:p>
        </p:txBody>
      </p:sp>
    </p:spTree>
    <p:extLst>
      <p:ext uri="{BB962C8B-B14F-4D97-AF65-F5344CB8AC3E}">
        <p14:creationId xmlns:p14="http://schemas.microsoft.com/office/powerpoint/2010/main" val="3580482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18CF2F-7332-0492-8BD1-CC0872717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FACCC22-41A8-A104-2293-B2D093027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8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Training Attempts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2998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C5EE5-99D6-5DD8-C53B-6A4888D53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813690-F4E0-7C0F-FFFC-111F7DB2A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518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Attempt #1</a:t>
            </a:r>
            <a:b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</a:br>
            <a:r>
              <a:rPr lang="en-US" altLang="zh-TW" sz="24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Qwen2.5-1.5B-Instruct-QLoRA-4bit</a:t>
            </a:r>
            <a:r>
              <a:rPr lang="zh-TW" altLang="en-US" sz="24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 </a:t>
            </a:r>
            <a:r>
              <a:rPr lang="en-US" altLang="zh-TW" sz="24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-&gt; CPT stage -&gt; SFT stage</a:t>
            </a:r>
            <a:endParaRPr lang="zh-TW" altLang="en-US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pic>
        <p:nvPicPr>
          <p:cNvPr id="5" name="Picture 4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BA970CBE-35F5-2900-135D-C4CF9B01D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1588988"/>
            <a:ext cx="3505835" cy="2629376"/>
          </a:xfrm>
          <a:prstGeom prst="rect">
            <a:avLst/>
          </a:prstGeom>
        </p:spPr>
      </p:pic>
      <p:pic>
        <p:nvPicPr>
          <p:cNvPr id="7" name="Picture 6" descr="A graph with a line&#10;&#10;AI-generated content may be incorrect.">
            <a:extLst>
              <a:ext uri="{FF2B5EF4-FFF2-40B4-BE49-F238E27FC236}">
                <a16:creationId xmlns:a16="http://schemas.microsoft.com/office/drawing/2014/main" id="{E2ABEB0A-C8E6-D7C8-15F1-20B4B06FF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" y="3893343"/>
            <a:ext cx="3505835" cy="2629377"/>
          </a:xfrm>
          <a:prstGeom prst="rect">
            <a:avLst/>
          </a:prstGeom>
        </p:spPr>
      </p:pic>
      <p:pic>
        <p:nvPicPr>
          <p:cNvPr id="9" name="Picture 8" descr="A graph showing a line graph&#10;&#10;AI-generated content may be incorrect.">
            <a:extLst>
              <a:ext uri="{FF2B5EF4-FFF2-40B4-BE49-F238E27FC236}">
                <a16:creationId xmlns:a16="http://schemas.microsoft.com/office/drawing/2014/main" id="{B5DBCC50-A83C-159E-6B2B-6CD70CEEE1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6641" y="1482785"/>
            <a:ext cx="3647439" cy="2735579"/>
          </a:xfrm>
          <a:prstGeom prst="rect">
            <a:avLst/>
          </a:prstGeom>
        </p:spPr>
      </p:pic>
      <p:pic>
        <p:nvPicPr>
          <p:cNvPr id="12" name="Picture 11" descr="A graph with a line&#10;&#10;AI-generated content may be incorrect.">
            <a:extLst>
              <a:ext uri="{FF2B5EF4-FFF2-40B4-BE49-F238E27FC236}">
                <a16:creationId xmlns:a16="http://schemas.microsoft.com/office/drawing/2014/main" id="{3E312B4C-ED47-05CF-DF47-7A209B9AE0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641" y="3949650"/>
            <a:ext cx="3647440" cy="2735580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D6A61EBC-8D45-82BC-EDCD-FF8268940B26}"/>
              </a:ext>
            </a:extLst>
          </p:cNvPr>
          <p:cNvSpPr/>
          <p:nvPr/>
        </p:nvSpPr>
        <p:spPr>
          <a:xfrm>
            <a:off x="4237354" y="3828186"/>
            <a:ext cx="548006" cy="4368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F7F2F61D-FDBB-D515-8833-B620E29A8C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2" y="4944594"/>
            <a:ext cx="3271520" cy="95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966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BBA13-11A2-EDD6-0DC8-A62E86A70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F64974-7B9E-2F63-C95B-D93A21A1D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Attempt #2 </a:t>
            </a:r>
            <a:b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</a:br>
            <a:r>
              <a:rPr lang="en-US" altLang="zh-TW" sz="24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How about just don’t tune it?</a:t>
            </a:r>
            <a:endParaRPr lang="zh-TW" altLang="en-US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02C57C-1E91-6ECD-298B-EE707D80750B}"/>
              </a:ext>
            </a:extLst>
          </p:cNvPr>
          <p:cNvSpPr txBox="1"/>
          <p:nvPr/>
        </p:nvSpPr>
        <p:spPr>
          <a:xfrm>
            <a:off x="838200" y="1815465"/>
            <a:ext cx="86004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dirty="0"/>
              <a:t>Perform inference with larger model instead of training a small, quantized, less precision model </a:t>
            </a:r>
            <a:endParaRPr lang="en-US" altLang="zh-TW" dirty="0"/>
          </a:p>
        </p:txBody>
      </p:sp>
      <p:pic>
        <p:nvPicPr>
          <p:cNvPr id="18" name="Picture 17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F7B7D1C6-1689-5096-533E-225F8599A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06" y="3982666"/>
            <a:ext cx="4841994" cy="1058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863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D2AA2-7869-2EE1-0D84-93B86E8F5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A188C8D-BA2B-DE81-AFA3-8C075E8B9D16}"/>
              </a:ext>
            </a:extLst>
          </p:cNvPr>
          <p:cNvCxnSpPr>
            <a:cxnSpLocks/>
          </p:cNvCxnSpPr>
          <p:nvPr/>
        </p:nvCxnSpPr>
        <p:spPr>
          <a:xfrm>
            <a:off x="2555732" y="3613191"/>
            <a:ext cx="4419422" cy="2041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1A16252-5800-78F0-8D96-E421E6489EA8}"/>
              </a:ext>
            </a:extLst>
          </p:cNvPr>
          <p:cNvCxnSpPr>
            <a:cxnSpLocks/>
          </p:cNvCxnSpPr>
          <p:nvPr/>
        </p:nvCxnSpPr>
        <p:spPr>
          <a:xfrm>
            <a:off x="2559697" y="3767735"/>
            <a:ext cx="4419422" cy="2041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074" name="Picture 2">
            <a:extLst>
              <a:ext uri="{FF2B5EF4-FFF2-40B4-BE49-F238E27FC236}">
                <a16:creationId xmlns:a16="http://schemas.microsoft.com/office/drawing/2014/main" id="{F76356C4-F28F-B8EB-34E6-61FFC5E7BA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04" t="8323" r="18667" b="6397"/>
          <a:stretch>
            <a:fillRect/>
          </a:stretch>
        </p:blipFill>
        <p:spPr bwMode="auto">
          <a:xfrm>
            <a:off x="4856961" y="4460879"/>
            <a:ext cx="7046597" cy="2237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0DD3E79-3ACE-252B-AB52-7202D172DC59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8436522" y="3045366"/>
            <a:ext cx="1338381" cy="21263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標題 1">
            <a:extLst>
              <a:ext uri="{FF2B5EF4-FFF2-40B4-BE49-F238E27FC236}">
                <a16:creationId xmlns:a16="http://schemas.microsoft.com/office/drawing/2014/main" id="{C7DE97FA-F46F-B14F-49BC-DBC33BC78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Attempt #3 </a:t>
            </a:r>
            <a:b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</a:br>
            <a:r>
              <a:rPr lang="en-US" altLang="zh-TW" sz="24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using SFT</a:t>
            </a:r>
            <a:r>
              <a:rPr lang="zh-TW" altLang="en-US" sz="24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 </a:t>
            </a:r>
            <a:r>
              <a:rPr lang="en-US" altLang="zh-TW" sz="24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data as few shot data</a:t>
            </a:r>
            <a:endParaRPr lang="zh-TW" altLang="en-US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2697AB-D95B-021F-BA76-7B4F4005D276}"/>
              </a:ext>
            </a:extLst>
          </p:cNvPr>
          <p:cNvSpPr txBox="1"/>
          <p:nvPr/>
        </p:nvSpPr>
        <p:spPr>
          <a:xfrm>
            <a:off x="1373237" y="2657266"/>
            <a:ext cx="1173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Yu Gothic UI" panose="020B0500000000000000" pitchFamily="34" charset="-128"/>
                <a:ea typeface="Yu Gothic UI" panose="020B0500000000000000" pitchFamily="34" charset="-128"/>
              </a:rPr>
              <a:t>Question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2B50C8-8ADA-16C4-0903-2589A3E8743D}"/>
              </a:ext>
            </a:extLst>
          </p:cNvPr>
          <p:cNvSpPr txBox="1"/>
          <p:nvPr/>
        </p:nvSpPr>
        <p:spPr>
          <a:xfrm>
            <a:off x="835742" y="3714574"/>
            <a:ext cx="17108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Many SFT data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FE9C873-431D-469A-BF2D-17D28294E1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510602"/>
              </p:ext>
            </p:extLst>
          </p:nvPr>
        </p:nvGraphicFramePr>
        <p:xfrm>
          <a:off x="8573728" y="2674526"/>
          <a:ext cx="240235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193">
                  <a:extLst>
                    <a:ext uri="{9D8B030D-6E8A-4147-A177-3AD203B41FA5}">
                      <a16:colId xmlns:a16="http://schemas.microsoft.com/office/drawing/2014/main" val="1671269329"/>
                    </a:ext>
                  </a:extLst>
                </a:gridCol>
                <a:gridCol w="343193">
                  <a:extLst>
                    <a:ext uri="{9D8B030D-6E8A-4147-A177-3AD203B41FA5}">
                      <a16:colId xmlns:a16="http://schemas.microsoft.com/office/drawing/2014/main" val="506166182"/>
                    </a:ext>
                  </a:extLst>
                </a:gridCol>
                <a:gridCol w="343193">
                  <a:extLst>
                    <a:ext uri="{9D8B030D-6E8A-4147-A177-3AD203B41FA5}">
                      <a16:colId xmlns:a16="http://schemas.microsoft.com/office/drawing/2014/main" val="2683175785"/>
                    </a:ext>
                  </a:extLst>
                </a:gridCol>
                <a:gridCol w="343193">
                  <a:extLst>
                    <a:ext uri="{9D8B030D-6E8A-4147-A177-3AD203B41FA5}">
                      <a16:colId xmlns:a16="http://schemas.microsoft.com/office/drawing/2014/main" val="1191719227"/>
                    </a:ext>
                  </a:extLst>
                </a:gridCol>
                <a:gridCol w="343193">
                  <a:extLst>
                    <a:ext uri="{9D8B030D-6E8A-4147-A177-3AD203B41FA5}">
                      <a16:colId xmlns:a16="http://schemas.microsoft.com/office/drawing/2014/main" val="3582249971"/>
                    </a:ext>
                  </a:extLst>
                </a:gridCol>
                <a:gridCol w="343193">
                  <a:extLst>
                    <a:ext uri="{9D8B030D-6E8A-4147-A177-3AD203B41FA5}">
                      <a16:colId xmlns:a16="http://schemas.microsoft.com/office/drawing/2014/main" val="1679575548"/>
                    </a:ext>
                  </a:extLst>
                </a:gridCol>
                <a:gridCol w="343193">
                  <a:extLst>
                    <a:ext uri="{9D8B030D-6E8A-4147-A177-3AD203B41FA5}">
                      <a16:colId xmlns:a16="http://schemas.microsoft.com/office/drawing/2014/main" val="774873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304342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D95C02A-E5EE-7D91-0DAE-1A0814BF85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807442"/>
              </p:ext>
            </p:extLst>
          </p:nvPr>
        </p:nvGraphicFramePr>
        <p:xfrm>
          <a:off x="8775947" y="3552817"/>
          <a:ext cx="2402351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43193">
                  <a:extLst>
                    <a:ext uri="{9D8B030D-6E8A-4147-A177-3AD203B41FA5}">
                      <a16:colId xmlns:a16="http://schemas.microsoft.com/office/drawing/2014/main" val="1671269329"/>
                    </a:ext>
                  </a:extLst>
                </a:gridCol>
                <a:gridCol w="343193">
                  <a:extLst>
                    <a:ext uri="{9D8B030D-6E8A-4147-A177-3AD203B41FA5}">
                      <a16:colId xmlns:a16="http://schemas.microsoft.com/office/drawing/2014/main" val="506166182"/>
                    </a:ext>
                  </a:extLst>
                </a:gridCol>
                <a:gridCol w="343193">
                  <a:extLst>
                    <a:ext uri="{9D8B030D-6E8A-4147-A177-3AD203B41FA5}">
                      <a16:colId xmlns:a16="http://schemas.microsoft.com/office/drawing/2014/main" val="2683175785"/>
                    </a:ext>
                  </a:extLst>
                </a:gridCol>
                <a:gridCol w="343193">
                  <a:extLst>
                    <a:ext uri="{9D8B030D-6E8A-4147-A177-3AD203B41FA5}">
                      <a16:colId xmlns:a16="http://schemas.microsoft.com/office/drawing/2014/main" val="1191719227"/>
                    </a:ext>
                  </a:extLst>
                </a:gridCol>
                <a:gridCol w="343193">
                  <a:extLst>
                    <a:ext uri="{9D8B030D-6E8A-4147-A177-3AD203B41FA5}">
                      <a16:colId xmlns:a16="http://schemas.microsoft.com/office/drawing/2014/main" val="3582249971"/>
                    </a:ext>
                  </a:extLst>
                </a:gridCol>
                <a:gridCol w="343193">
                  <a:extLst>
                    <a:ext uri="{9D8B030D-6E8A-4147-A177-3AD203B41FA5}">
                      <a16:colId xmlns:a16="http://schemas.microsoft.com/office/drawing/2014/main" val="1679575548"/>
                    </a:ext>
                  </a:extLst>
                </a:gridCol>
                <a:gridCol w="343193">
                  <a:extLst>
                    <a:ext uri="{9D8B030D-6E8A-4147-A177-3AD203B41FA5}">
                      <a16:colId xmlns:a16="http://schemas.microsoft.com/office/drawing/2014/main" val="774873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304342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FFF9C4F9-4E86-246A-2119-673ED8318E8A}"/>
              </a:ext>
            </a:extLst>
          </p:cNvPr>
          <p:cNvSpPr txBox="1"/>
          <p:nvPr/>
        </p:nvSpPr>
        <p:spPr>
          <a:xfrm>
            <a:off x="8816257" y="2032241"/>
            <a:ext cx="19172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Dim: 384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2864432-83C1-467B-63DE-BD5FA70391D6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546555" y="2841932"/>
            <a:ext cx="4419422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D3F5B18-D502-14F3-4763-13C9933462D9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546555" y="3899240"/>
            <a:ext cx="4419422" cy="2041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FD23D02-C4DD-C46D-F459-3C8C42851D4B}"/>
              </a:ext>
            </a:extLst>
          </p:cNvPr>
          <p:cNvSpPr/>
          <p:nvPr/>
        </p:nvSpPr>
        <p:spPr>
          <a:xfrm>
            <a:off x="2932092" y="2032241"/>
            <a:ext cx="3269228" cy="25633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sentence-transformers</a:t>
            </a:r>
          </a:p>
          <a:p>
            <a:pPr algn="ctr"/>
            <a:r>
              <a:rPr lang="en-US" b="1" dirty="0"/>
              <a:t>paraphrase-multilingual-MiniLM-L12-v2</a:t>
            </a:r>
          </a:p>
          <a:p>
            <a:pPr algn="ctr"/>
            <a:r>
              <a:rPr lang="en-US" b="1" dirty="0"/>
              <a:t>(</a:t>
            </a:r>
            <a:r>
              <a:rPr lang="en-US" dirty="0"/>
              <a:t>Bidirectional Encoder Representations from Transformers, aka BERT</a:t>
            </a:r>
            <a:r>
              <a:rPr lang="en-US" b="1" dirty="0"/>
              <a:t>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1694B4E-732C-03D7-9EFE-90FB7BA9A591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8816257" y="4094044"/>
            <a:ext cx="958646" cy="1077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32AB2063-41CC-07A5-1C7E-22B579F719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594888"/>
              </p:ext>
            </p:extLst>
          </p:nvPr>
        </p:nvGraphicFramePr>
        <p:xfrm>
          <a:off x="8684507" y="3620841"/>
          <a:ext cx="2402351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43193">
                  <a:extLst>
                    <a:ext uri="{9D8B030D-6E8A-4147-A177-3AD203B41FA5}">
                      <a16:colId xmlns:a16="http://schemas.microsoft.com/office/drawing/2014/main" val="1671269329"/>
                    </a:ext>
                  </a:extLst>
                </a:gridCol>
                <a:gridCol w="343193">
                  <a:extLst>
                    <a:ext uri="{9D8B030D-6E8A-4147-A177-3AD203B41FA5}">
                      <a16:colId xmlns:a16="http://schemas.microsoft.com/office/drawing/2014/main" val="506166182"/>
                    </a:ext>
                  </a:extLst>
                </a:gridCol>
                <a:gridCol w="343193">
                  <a:extLst>
                    <a:ext uri="{9D8B030D-6E8A-4147-A177-3AD203B41FA5}">
                      <a16:colId xmlns:a16="http://schemas.microsoft.com/office/drawing/2014/main" val="2683175785"/>
                    </a:ext>
                  </a:extLst>
                </a:gridCol>
                <a:gridCol w="343193">
                  <a:extLst>
                    <a:ext uri="{9D8B030D-6E8A-4147-A177-3AD203B41FA5}">
                      <a16:colId xmlns:a16="http://schemas.microsoft.com/office/drawing/2014/main" val="1191719227"/>
                    </a:ext>
                  </a:extLst>
                </a:gridCol>
                <a:gridCol w="343193">
                  <a:extLst>
                    <a:ext uri="{9D8B030D-6E8A-4147-A177-3AD203B41FA5}">
                      <a16:colId xmlns:a16="http://schemas.microsoft.com/office/drawing/2014/main" val="3582249971"/>
                    </a:ext>
                  </a:extLst>
                </a:gridCol>
                <a:gridCol w="343193">
                  <a:extLst>
                    <a:ext uri="{9D8B030D-6E8A-4147-A177-3AD203B41FA5}">
                      <a16:colId xmlns:a16="http://schemas.microsoft.com/office/drawing/2014/main" val="1679575548"/>
                    </a:ext>
                  </a:extLst>
                </a:gridCol>
                <a:gridCol w="343193">
                  <a:extLst>
                    <a:ext uri="{9D8B030D-6E8A-4147-A177-3AD203B41FA5}">
                      <a16:colId xmlns:a16="http://schemas.microsoft.com/office/drawing/2014/main" val="774873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30434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C767BB0C-2820-0B7E-8CF2-9A21FD11C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53087"/>
              </p:ext>
            </p:extLst>
          </p:nvPr>
        </p:nvGraphicFramePr>
        <p:xfrm>
          <a:off x="8573728" y="3723204"/>
          <a:ext cx="2402351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43193">
                  <a:extLst>
                    <a:ext uri="{9D8B030D-6E8A-4147-A177-3AD203B41FA5}">
                      <a16:colId xmlns:a16="http://schemas.microsoft.com/office/drawing/2014/main" val="1671269329"/>
                    </a:ext>
                  </a:extLst>
                </a:gridCol>
                <a:gridCol w="343193">
                  <a:extLst>
                    <a:ext uri="{9D8B030D-6E8A-4147-A177-3AD203B41FA5}">
                      <a16:colId xmlns:a16="http://schemas.microsoft.com/office/drawing/2014/main" val="506166182"/>
                    </a:ext>
                  </a:extLst>
                </a:gridCol>
                <a:gridCol w="343193">
                  <a:extLst>
                    <a:ext uri="{9D8B030D-6E8A-4147-A177-3AD203B41FA5}">
                      <a16:colId xmlns:a16="http://schemas.microsoft.com/office/drawing/2014/main" val="2683175785"/>
                    </a:ext>
                  </a:extLst>
                </a:gridCol>
                <a:gridCol w="343193">
                  <a:extLst>
                    <a:ext uri="{9D8B030D-6E8A-4147-A177-3AD203B41FA5}">
                      <a16:colId xmlns:a16="http://schemas.microsoft.com/office/drawing/2014/main" val="1191719227"/>
                    </a:ext>
                  </a:extLst>
                </a:gridCol>
                <a:gridCol w="343193">
                  <a:extLst>
                    <a:ext uri="{9D8B030D-6E8A-4147-A177-3AD203B41FA5}">
                      <a16:colId xmlns:a16="http://schemas.microsoft.com/office/drawing/2014/main" val="3582249971"/>
                    </a:ext>
                  </a:extLst>
                </a:gridCol>
                <a:gridCol w="343193">
                  <a:extLst>
                    <a:ext uri="{9D8B030D-6E8A-4147-A177-3AD203B41FA5}">
                      <a16:colId xmlns:a16="http://schemas.microsoft.com/office/drawing/2014/main" val="1679575548"/>
                    </a:ext>
                  </a:extLst>
                </a:gridCol>
                <a:gridCol w="343193">
                  <a:extLst>
                    <a:ext uri="{9D8B030D-6E8A-4147-A177-3AD203B41FA5}">
                      <a16:colId xmlns:a16="http://schemas.microsoft.com/office/drawing/2014/main" val="7748732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304342"/>
                  </a:ext>
                </a:extLst>
              </a:tr>
            </a:tbl>
          </a:graphicData>
        </a:graphic>
      </p:graphicFrame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085CEB7-DF6B-451E-C2FB-6193B5888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8941" y="179931"/>
            <a:ext cx="4864605" cy="171583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5C6EEB0-55C2-1CC8-5DB3-A09667C32150}"/>
              </a:ext>
            </a:extLst>
          </p:cNvPr>
          <p:cNvSpPr/>
          <p:nvPr/>
        </p:nvSpPr>
        <p:spPr>
          <a:xfrm>
            <a:off x="6965977" y="2009966"/>
            <a:ext cx="978286" cy="25633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Mean pooling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3E08C0A-5200-30A1-2EF1-BF0C65F19958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7944263" y="2859946"/>
            <a:ext cx="629465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6A3E493-D36E-FBBD-C058-5F26D7DC4847}"/>
              </a:ext>
            </a:extLst>
          </p:cNvPr>
          <p:cNvCxnSpPr>
            <a:cxnSpLocks/>
            <a:endCxn id="42" idx="1"/>
          </p:cNvCxnSpPr>
          <p:nvPr/>
        </p:nvCxnSpPr>
        <p:spPr>
          <a:xfrm>
            <a:off x="7944263" y="3899240"/>
            <a:ext cx="629465" cy="93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DB0643B-40B8-4AC9-16B0-EE715907F053}"/>
              </a:ext>
            </a:extLst>
          </p:cNvPr>
          <p:cNvSpPr txBox="1"/>
          <p:nvPr/>
        </p:nvSpPr>
        <p:spPr>
          <a:xfrm>
            <a:off x="5625004" y="2148633"/>
            <a:ext cx="19172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N</a:t>
            </a:r>
            <a:r>
              <a:rPr lang="zh-TW" altLang="en-US" dirty="0"/>
              <a:t>*</a:t>
            </a:r>
            <a:r>
              <a:rPr lang="en-US" dirty="0"/>
              <a:t>Dim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336248E-3F39-9244-5484-2DDCE4C08BE7}"/>
              </a:ext>
            </a:extLst>
          </p:cNvPr>
          <p:cNvCxnSpPr>
            <a:cxnSpLocks/>
          </p:cNvCxnSpPr>
          <p:nvPr/>
        </p:nvCxnSpPr>
        <p:spPr>
          <a:xfrm>
            <a:off x="7931121" y="3777941"/>
            <a:ext cx="74024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A51CB8F-94A2-3EEB-8438-9ECBC022D000}"/>
              </a:ext>
            </a:extLst>
          </p:cNvPr>
          <p:cNvCxnSpPr>
            <a:cxnSpLocks/>
          </p:cNvCxnSpPr>
          <p:nvPr/>
        </p:nvCxnSpPr>
        <p:spPr>
          <a:xfrm>
            <a:off x="7944263" y="3664506"/>
            <a:ext cx="871994" cy="150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0942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15877-D6DE-AF8F-D33C-DA30767A0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DA0E0F-E501-03F1-BB2B-BD2B3981D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480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Attempt #3 </a:t>
            </a:r>
            <a:b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</a:br>
            <a:r>
              <a:rPr lang="en-US" altLang="zh-TW" sz="24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using SFT</a:t>
            </a:r>
            <a:r>
              <a:rPr lang="zh-TW" altLang="en-US" sz="24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 </a:t>
            </a:r>
            <a:r>
              <a:rPr lang="en-US" altLang="zh-TW" sz="24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data as few shot data</a:t>
            </a:r>
            <a:endParaRPr lang="zh-TW" altLang="en-US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BB5BAD0-E29A-099F-5B62-9462CAB6E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490100"/>
            <a:ext cx="6101535" cy="2718681"/>
          </a:xfrm>
          <a:prstGeom prst="rect">
            <a:avLst/>
          </a:prstGeom>
        </p:spPr>
      </p:pic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1742D35-066A-E646-7DDD-5ADC8F731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120" y="741056"/>
            <a:ext cx="5491480" cy="2892338"/>
          </a:xfrm>
          <a:prstGeom prst="rect">
            <a:avLst/>
          </a:prstGeom>
        </p:spPr>
      </p:pic>
      <p:pic>
        <p:nvPicPr>
          <p:cNvPr id="9" name="Picture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A4E9E49-4D0A-B500-0CD5-37B8980952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8120" y="3861183"/>
            <a:ext cx="5491480" cy="283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778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389D1-5969-9AE6-1442-9469FE9BB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5CE800-5028-CA74-BE18-9C59A6AB2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480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Attempt #3 </a:t>
            </a:r>
            <a:b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</a:br>
            <a:r>
              <a:rPr lang="en-US" altLang="zh-TW" sz="24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using SFT</a:t>
            </a:r>
            <a:r>
              <a:rPr lang="zh-TW" altLang="en-US" sz="24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 </a:t>
            </a:r>
            <a:r>
              <a:rPr lang="en-US" altLang="zh-TW" sz="24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data as few shot data</a:t>
            </a:r>
            <a:endParaRPr lang="zh-TW" altLang="en-US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pic>
        <p:nvPicPr>
          <p:cNvPr id="5" name="Picture 4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A7F35DEB-488D-B462-FECF-CA1754C0B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91" y="2268931"/>
            <a:ext cx="5859939" cy="3065069"/>
          </a:xfrm>
          <a:prstGeom prst="rect">
            <a:avLst/>
          </a:prstGeom>
        </p:spPr>
      </p:pic>
      <p:pic>
        <p:nvPicPr>
          <p:cNvPr id="11" name="Picture 10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A4F67A1E-5294-0FD7-A522-8DB5AC14C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893" y="1042078"/>
            <a:ext cx="5868491" cy="2138663"/>
          </a:xfrm>
          <a:prstGeom prst="rect">
            <a:avLst/>
          </a:prstGeom>
        </p:spPr>
      </p:pic>
      <p:pic>
        <p:nvPicPr>
          <p:cNvPr id="13" name="Picture 12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CF110F9F-ABF6-8FAB-089C-734A572D2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2170" y="3677259"/>
            <a:ext cx="5859939" cy="232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583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F62B3-BD86-FEA4-6F95-BA1905506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20A798-C9CC-0011-4FFE-AE098411A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Attempt #3 </a:t>
            </a:r>
            <a:b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</a:br>
            <a:r>
              <a:rPr lang="en-US" altLang="zh-TW" sz="24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using SFT</a:t>
            </a:r>
            <a:r>
              <a:rPr lang="zh-TW" altLang="en-US" sz="24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 </a:t>
            </a:r>
            <a:r>
              <a:rPr lang="en-US" altLang="zh-TW" sz="24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data as few shot data</a:t>
            </a:r>
            <a:endParaRPr lang="zh-TW" altLang="en-US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9956D8-D5BF-4C2D-117B-97BFD007B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5548" y="2950231"/>
            <a:ext cx="4338320" cy="2828822"/>
          </a:xfrm>
          <a:prstGeom prst="rect">
            <a:avLst/>
          </a:prstGeom>
        </p:spPr>
      </p:pic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840E2B2-5D1F-88EB-E861-A7C5C48D5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40" y="1663264"/>
            <a:ext cx="6954028" cy="482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522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948A2-E48B-6F57-7BF7-8F63E9605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DAE23B-74B9-CE4F-989F-0B8C8A4C6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268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Attempt #4 </a:t>
            </a:r>
            <a:b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</a:br>
            <a:r>
              <a:rPr lang="en-US" altLang="zh-TW" sz="24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RAG (</a:t>
            </a:r>
            <a:r>
              <a:rPr lang="en-US" sz="2400" dirty="0"/>
              <a:t>Retrieval-Augmented Generation</a:t>
            </a:r>
            <a:r>
              <a:rPr lang="en-US" altLang="zh-TW" sz="24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) with dictionary</a:t>
            </a:r>
            <a:endParaRPr lang="zh-TW" altLang="en-US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AF2993-981B-FDEA-8C04-F6A59E61E09F}"/>
              </a:ext>
            </a:extLst>
          </p:cNvPr>
          <p:cNvSpPr txBox="1"/>
          <p:nvPr/>
        </p:nvSpPr>
        <p:spPr>
          <a:xfrm>
            <a:off x="251541" y="3902657"/>
            <a:ext cx="1173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Yu Gothic UI" panose="020B0500000000000000" pitchFamily="34" charset="-128"/>
                <a:ea typeface="Yu Gothic UI" panose="020B0500000000000000" pitchFamily="34" charset="-128"/>
              </a:rPr>
              <a:t>Question</a:t>
            </a:r>
            <a:endParaRPr lang="en-US" dirty="0"/>
          </a:p>
        </p:txBody>
      </p:sp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B8BF0C9-7F8E-FFC7-946C-2CAE6B0F0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467" y="1690688"/>
            <a:ext cx="2334784" cy="2424873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8EB5FED-334E-2FD1-09ED-32FE978C725B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 flipV="1">
            <a:off x="1424859" y="2903125"/>
            <a:ext cx="1588608" cy="1184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FC619F3-6C4D-8225-4265-9153EC8E3517}"/>
              </a:ext>
            </a:extLst>
          </p:cNvPr>
          <p:cNvSpPr txBox="1"/>
          <p:nvPr/>
        </p:nvSpPr>
        <p:spPr>
          <a:xfrm>
            <a:off x="1364483" y="3195028"/>
            <a:ext cx="1410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char by char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E7F9B8-DE05-DCD6-22E5-F2B84E0DE135}"/>
              </a:ext>
            </a:extLst>
          </p:cNvPr>
          <p:cNvSpPr/>
          <p:nvPr/>
        </p:nvSpPr>
        <p:spPr>
          <a:xfrm>
            <a:off x="6256563" y="1859268"/>
            <a:ext cx="1554480" cy="445611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Dictionary lookup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4250A0-065E-2A63-24FF-88ECA09AFA6A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5348251" y="2903125"/>
            <a:ext cx="9083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E49E002-11F2-4488-62A0-F405BE3D18BA}"/>
              </a:ext>
            </a:extLst>
          </p:cNvPr>
          <p:cNvCxnSpPr>
            <a:cxnSpLocks/>
            <a:stCxn id="3" idx="3"/>
            <a:endCxn id="42" idx="1"/>
          </p:cNvCxnSpPr>
          <p:nvPr/>
        </p:nvCxnSpPr>
        <p:spPr>
          <a:xfrm>
            <a:off x="1424859" y="4087323"/>
            <a:ext cx="1588608" cy="12831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8D2C59A-0C73-AB80-8D02-08D3F57B8C81}"/>
              </a:ext>
            </a:extLst>
          </p:cNvPr>
          <p:cNvSpPr txBox="1"/>
          <p:nvPr/>
        </p:nvSpPr>
        <p:spPr>
          <a:xfrm>
            <a:off x="8719355" y="2985017"/>
            <a:ext cx="23936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Exact match:</a:t>
            </a:r>
          </a:p>
          <a:p>
            <a:r>
              <a:rPr lang="en-US" dirty="0"/>
              <a:t>Look for explanation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6DAED33-53B2-C2F8-389B-D700DDF8F406}"/>
              </a:ext>
            </a:extLst>
          </p:cNvPr>
          <p:cNvSpPr/>
          <p:nvPr/>
        </p:nvSpPr>
        <p:spPr>
          <a:xfrm>
            <a:off x="3013467" y="4425620"/>
            <a:ext cx="2487184" cy="188975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Moving window size 2</a:t>
            </a:r>
          </a:p>
          <a:p>
            <a:pPr algn="ctr"/>
            <a:r>
              <a:rPr lang="en-US" b="1" dirty="0"/>
              <a:t>Window size 3</a:t>
            </a:r>
          </a:p>
          <a:p>
            <a:pPr algn="ctr"/>
            <a:r>
              <a:rPr lang="en-US" b="1" dirty="0"/>
              <a:t>Window size 4</a:t>
            </a:r>
          </a:p>
          <a:p>
            <a:pPr algn="ctr"/>
            <a:r>
              <a:rPr lang="en-US" b="1" dirty="0"/>
              <a:t>…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F72CD0F-A880-DFBF-7868-23F60E1BA09E}"/>
              </a:ext>
            </a:extLst>
          </p:cNvPr>
          <p:cNvCxnSpPr>
            <a:cxnSpLocks/>
            <a:stCxn id="42" idx="3"/>
          </p:cNvCxnSpPr>
          <p:nvPr/>
        </p:nvCxnSpPr>
        <p:spPr>
          <a:xfrm flipV="1">
            <a:off x="5500651" y="5368066"/>
            <a:ext cx="755912" cy="24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DB4BBE7-B2DD-F556-3233-F0F8E1A7F409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7811043" y="3308182"/>
            <a:ext cx="90831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0DC6EDBC-D76B-3E34-B556-5F4E9FBE8FC6}"/>
              </a:ext>
            </a:extLst>
          </p:cNvPr>
          <p:cNvSpPr txBox="1"/>
          <p:nvPr/>
        </p:nvSpPr>
        <p:spPr>
          <a:xfrm>
            <a:off x="8719355" y="3816014"/>
            <a:ext cx="3344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Sentence contains it</a:t>
            </a:r>
            <a:r>
              <a:rPr lang="en-US" dirty="0"/>
              <a:t>:</a:t>
            </a:r>
          </a:p>
          <a:p>
            <a:r>
              <a:rPr lang="en-US" dirty="0"/>
              <a:t>Get sentence with explanation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0C7EBD5-590B-70A1-B384-186AFE0080B3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7811043" y="4139179"/>
            <a:ext cx="90831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25DD165-1ABD-C139-A4F2-5EED931433BF}"/>
              </a:ext>
            </a:extLst>
          </p:cNvPr>
          <p:cNvSpPr txBox="1"/>
          <p:nvPr/>
        </p:nvSpPr>
        <p:spPr>
          <a:xfrm>
            <a:off x="8743747" y="4741010"/>
            <a:ext cx="23936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Found nothing :(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67C3F24-7169-B55D-EE80-DBA7719B818F}"/>
              </a:ext>
            </a:extLst>
          </p:cNvPr>
          <p:cNvCxnSpPr>
            <a:cxnSpLocks/>
            <a:endCxn id="52" idx="1"/>
          </p:cNvCxnSpPr>
          <p:nvPr/>
        </p:nvCxnSpPr>
        <p:spPr>
          <a:xfrm>
            <a:off x="7823239" y="4925676"/>
            <a:ext cx="9205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1606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8E0EA-9B77-C5A2-50B8-ADCF72E3F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4B2AF0-F4CB-C21C-D099-1F56B1219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268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Attempt #4 </a:t>
            </a:r>
            <a:b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</a:br>
            <a:r>
              <a:rPr lang="en-US" altLang="zh-TW" sz="24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RAG (</a:t>
            </a:r>
            <a:r>
              <a:rPr lang="en-US" sz="2400" dirty="0"/>
              <a:t>Retrieval-Augmented Generation</a:t>
            </a:r>
            <a:r>
              <a:rPr lang="en-US" altLang="zh-TW" sz="24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) with dictionary</a:t>
            </a:r>
            <a:endParaRPr lang="zh-TW" altLang="en-US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pic>
        <p:nvPicPr>
          <p:cNvPr id="9" name="Picture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A62CFC5-8C9D-13E2-733F-E49D263C72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147" r="59810" b="39106"/>
          <a:stretch>
            <a:fillRect/>
          </a:stretch>
        </p:blipFill>
        <p:spPr>
          <a:xfrm>
            <a:off x="8281828" y="2997200"/>
            <a:ext cx="3635437" cy="2306320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1B9C9B-984D-CA50-54E0-2E65FE1F7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735" y="2227370"/>
            <a:ext cx="7771985" cy="393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875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D4994-0820-B81F-FDF6-E7858AE6F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862827-75E2-E2AF-631F-57DFFD153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268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Attempt #4 </a:t>
            </a:r>
            <a:b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</a:br>
            <a:r>
              <a:rPr lang="en-US" altLang="zh-TW" sz="24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RAG (</a:t>
            </a:r>
            <a:r>
              <a:rPr lang="en-US" sz="2400" dirty="0"/>
              <a:t>Retrieval-Augmented Generation</a:t>
            </a:r>
            <a:r>
              <a:rPr lang="en-US" altLang="zh-TW" sz="24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) with dictionary</a:t>
            </a:r>
            <a:endParaRPr lang="zh-TW" altLang="en-US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pic>
        <p:nvPicPr>
          <p:cNvPr id="10" name="Picture 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E1EA90B9-9FBB-09C6-BE32-32AFC7047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80" y="1780616"/>
            <a:ext cx="5886006" cy="4102023"/>
          </a:xfrm>
          <a:prstGeom prst="rect">
            <a:avLst/>
          </a:prstGeom>
        </p:spPr>
      </p:pic>
      <p:pic>
        <p:nvPicPr>
          <p:cNvPr id="12" name="Picture 11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91A91537-D156-5DCC-DD60-91E5A2446C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728"/>
          <a:stretch>
            <a:fillRect/>
          </a:stretch>
        </p:blipFill>
        <p:spPr>
          <a:xfrm>
            <a:off x="6455215" y="3240911"/>
            <a:ext cx="5609700" cy="85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0005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DEA78-D754-F355-CAFB-510E3FBD2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1544A2-313C-C728-A41F-51C55F3F7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268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Attempt #4 </a:t>
            </a:r>
            <a:b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</a:br>
            <a:r>
              <a:rPr lang="en-US" altLang="zh-TW" sz="24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RAG (</a:t>
            </a:r>
            <a:r>
              <a:rPr lang="en-US" sz="2400" dirty="0"/>
              <a:t>Retrieval-Augmented Generation</a:t>
            </a:r>
            <a:r>
              <a:rPr lang="en-US" altLang="zh-TW" sz="24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) with dictionary</a:t>
            </a:r>
            <a:endParaRPr lang="zh-TW" altLang="en-US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CFF6A18-B2C1-BB84-0DC2-DC052ABEA2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-430" r="-285" b="-543"/>
          <a:stretch>
            <a:fillRect/>
          </a:stretch>
        </p:blipFill>
        <p:spPr>
          <a:xfrm>
            <a:off x="675640" y="1526324"/>
            <a:ext cx="6355080" cy="5138781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643CE30-9F4A-5B0C-A236-AF37F5F348A4}"/>
              </a:ext>
            </a:extLst>
          </p:cNvPr>
          <p:cNvCxnSpPr/>
          <p:nvPr/>
        </p:nvCxnSpPr>
        <p:spPr>
          <a:xfrm flipH="1">
            <a:off x="2651760" y="2956560"/>
            <a:ext cx="160528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B72D7D-F1C4-698D-5B7F-3A4114FBE1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4095"/>
          <a:stretch>
            <a:fillRect/>
          </a:stretch>
        </p:blipFill>
        <p:spPr>
          <a:xfrm>
            <a:off x="7345680" y="2956560"/>
            <a:ext cx="4744720" cy="297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647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7D4BB-6040-EFBF-878F-5765F31DA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Attempt #4 </a:t>
            </a:r>
            <a:b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</a:br>
            <a:r>
              <a:rPr lang="en-US" sz="2700" dirty="0"/>
              <a:t>Larger model: </a:t>
            </a:r>
            <a:r>
              <a:rPr lang="en-US" altLang="zh-TW" sz="28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Qwen2.5-32B-Instruct</a:t>
            </a:r>
            <a:endParaRPr lang="en-US" sz="2700" dirty="0"/>
          </a:p>
        </p:txBody>
      </p:sp>
      <p:sp>
        <p:nvSpPr>
          <p:cNvPr id="8" name="文字方塊 3">
            <a:extLst>
              <a:ext uri="{FF2B5EF4-FFF2-40B4-BE49-F238E27FC236}">
                <a16:creationId xmlns:a16="http://schemas.microsoft.com/office/drawing/2014/main" id="{3ECFD649-6C3B-700C-7D68-A0E44F42FF8D}"/>
              </a:ext>
            </a:extLst>
          </p:cNvPr>
          <p:cNvSpPr txBox="1"/>
          <p:nvPr/>
        </p:nvSpPr>
        <p:spPr>
          <a:xfrm>
            <a:off x="2031116" y="3175000"/>
            <a:ext cx="28262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/>
              <a:t>Special thanks to my friend again</a:t>
            </a:r>
          </a:p>
          <a:p>
            <a:pPr algn="ctr"/>
            <a:r>
              <a:rPr lang="en-US" altLang="zh-TW" sz="2400" dirty="0"/>
              <a:t>for lending me 4090</a:t>
            </a:r>
            <a:endParaRPr lang="zh-TW" altLang="en-US" sz="2400" dirty="0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F69F4B-5808-A587-4BF6-1EACE3944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840" y="1147799"/>
            <a:ext cx="4699000" cy="52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25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2F412-6848-CDCD-80B2-00A7A85FB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53890-2C15-C2D3-5FDC-1783CDAD6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Attempt #5 </a:t>
            </a:r>
            <a:b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</a:br>
            <a:r>
              <a:rPr lang="en-US" altLang="zh-TW" sz="2700" dirty="0"/>
              <a:t>E</a:t>
            </a:r>
            <a:r>
              <a:rPr lang="en-US" sz="2700" dirty="0"/>
              <a:t>ven larger model: </a:t>
            </a:r>
            <a:r>
              <a:rPr lang="en-US" altLang="zh-TW" sz="24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Qwen2.5-72B-Instruct</a:t>
            </a:r>
            <a:r>
              <a:rPr lang="zh-TW" altLang="en-US" sz="2700" dirty="0"/>
              <a:t> </a:t>
            </a:r>
            <a:endParaRPr lang="en-US" sz="2700" dirty="0"/>
          </a:p>
        </p:txBody>
      </p:sp>
      <p:pic>
        <p:nvPicPr>
          <p:cNvPr id="8" name="Picture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0B49B75-0E42-11AA-4404-30692618D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772949"/>
            <a:ext cx="9000467" cy="4037541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6F1DCE5-2BCA-F10F-8E2F-E5FE89E547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3537"/>
          <a:stretch>
            <a:fillRect/>
          </a:stretch>
        </p:blipFill>
        <p:spPr>
          <a:xfrm>
            <a:off x="0" y="5614826"/>
            <a:ext cx="9030982" cy="1243174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15CB048-B5BE-3BB8-D865-A530A4F993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9231" y="2977808"/>
            <a:ext cx="4171100" cy="259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919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B3F0C-24BC-801F-73C6-BDB82CEC3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Attempt #Future</a:t>
            </a:r>
            <a:r>
              <a:rPr lang="en-US" sz="1400" dirty="0"/>
              <a:t> 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B807E-1B6B-A670-E9D0-D0C12BC66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Investigate why 32B out performs 72B (analyze reasoning / m</a:t>
            </a:r>
            <a:r>
              <a:rPr lang="en-US" sz="2000" dirty="0"/>
              <a:t>odel Confidence</a:t>
            </a:r>
            <a:r>
              <a:rPr lang="en-US" altLang="zh-TW" sz="20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)</a:t>
            </a:r>
          </a:p>
          <a:p>
            <a:r>
              <a:rPr lang="en-US" altLang="zh-TW" sz="20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In RAG (</a:t>
            </a:r>
            <a:r>
              <a:rPr lang="en-US" sz="2000" dirty="0"/>
              <a:t>Retrieval-Augmented Generation</a:t>
            </a:r>
            <a:r>
              <a:rPr lang="en-US" altLang="zh-TW" sz="20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) with dictionary, instead of explicit matching, we can ask LLM to do it.</a:t>
            </a:r>
          </a:p>
          <a:p>
            <a:r>
              <a:rPr lang="en-US" altLang="zh-TW" sz="20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Ask LLM</a:t>
            </a:r>
            <a:r>
              <a:rPr lang="zh-TW" altLang="en-US" sz="20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 </a:t>
            </a:r>
            <a:r>
              <a:rPr lang="en-US" altLang="zh-TW" sz="20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to think before answering, or using COT</a:t>
            </a:r>
          </a:p>
          <a:p>
            <a:r>
              <a:rPr lang="en-US" altLang="zh-TW" sz="20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More aggressive augmentation in prompt in few shot</a:t>
            </a:r>
          </a:p>
          <a:p>
            <a:r>
              <a:rPr lang="en-US" sz="2000" dirty="0"/>
              <a:t>Feedback-driven RAG</a:t>
            </a:r>
            <a:r>
              <a:rPr lang="zh-TW" altLang="en-US" sz="2000" dirty="0"/>
              <a:t> </a:t>
            </a:r>
            <a:r>
              <a:rPr lang="en-US" altLang="zh-TW" sz="2000" dirty="0"/>
              <a:t>(</a:t>
            </a:r>
            <a:r>
              <a:rPr lang="en-US" sz="2000" dirty="0"/>
              <a:t>Answer -&gt; critique -&gt; refine</a:t>
            </a:r>
            <a:r>
              <a:rPr lang="en-US" altLang="zh-TW" sz="2000" dirty="0"/>
              <a:t>)</a:t>
            </a:r>
          </a:p>
          <a:p>
            <a:r>
              <a:rPr lang="en-US" altLang="zh-TW" sz="20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Generate 3~5 times with higher temperature and vote</a:t>
            </a:r>
          </a:p>
          <a:p>
            <a:r>
              <a:rPr lang="en-US" altLang="zh-TW" sz="2000" dirty="0">
                <a:latin typeface="Yu Gothic UI" panose="020B0500000000000000" pitchFamily="34" charset="-128"/>
                <a:ea typeface="Yu Gothic UI" panose="020B0500000000000000" pitchFamily="34" charset="-128"/>
              </a:rPr>
              <a:t>…</a:t>
            </a:r>
          </a:p>
          <a:p>
            <a:endParaRPr lang="en-US" altLang="zh-TW" sz="2000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524570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55BDE-ED4D-5AD4-F107-6676D1528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D10146B0-94C0-675A-0DB2-3EAB67A3B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2316" y="2863525"/>
            <a:ext cx="4087368" cy="11309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altLang="zh-TW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69853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2820</TotalTime>
  <Words>871</Words>
  <Application>Microsoft Office PowerPoint</Application>
  <PresentationFormat>Widescreen</PresentationFormat>
  <Paragraphs>87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Yu Gothic UI</vt:lpstr>
      <vt:lpstr>Yu Gothic UI Semibold</vt:lpstr>
      <vt:lpstr>Aptos</vt:lpstr>
      <vt:lpstr>Aptos Display</vt:lpstr>
      <vt:lpstr>Arial</vt:lpstr>
      <vt:lpstr>Calibri</vt:lpstr>
      <vt:lpstr>Office 佈景主題</vt:lpstr>
      <vt:lpstr>Taiwanese  Q&amp;A using Large Language Models</vt:lpstr>
      <vt:lpstr>Platform</vt:lpstr>
      <vt:lpstr>Recap: Attempt #9 Load larger model with LoRA and quantization</vt:lpstr>
      <vt:lpstr>Training experiment</vt:lpstr>
      <vt:lpstr>Model info</vt:lpstr>
      <vt:lpstr>Data source</vt:lpstr>
      <vt:lpstr>Data preprocessing CPT &amp; SFT data </vt:lpstr>
      <vt:lpstr>Training Attempts</vt:lpstr>
      <vt:lpstr>Attempt #1 Qwen2.5-1.5B-Instruct-QLoRA-4bit -&gt; CPT stage -&gt; SFT stage</vt:lpstr>
      <vt:lpstr>Attempt #2  How about just don’t tune it?</vt:lpstr>
      <vt:lpstr>Attempt #3  using SFT data as few shot data</vt:lpstr>
      <vt:lpstr>Attempt #3  using SFT data as few shot data</vt:lpstr>
      <vt:lpstr>Attempt #3  using SFT data as few shot data</vt:lpstr>
      <vt:lpstr>Attempt #3  using SFT data as few shot data</vt:lpstr>
      <vt:lpstr>Attempt #4  RAG (Retrieval-Augmented Generation) with dictionary</vt:lpstr>
      <vt:lpstr>Attempt #4  RAG (Retrieval-Augmented Generation) with dictionary</vt:lpstr>
      <vt:lpstr>Attempt #4  RAG (Retrieval-Augmented Generation) with dictionary</vt:lpstr>
      <vt:lpstr>Attempt #4  RAG (Retrieval-Augmented Generation) with dictionary</vt:lpstr>
      <vt:lpstr>Attempt #4  Larger model: Qwen2.5-32B-Instruct</vt:lpstr>
      <vt:lpstr>Attempt #5  Even larger model: Qwen2.5-72B-Instruct </vt:lpstr>
      <vt:lpstr>Attempt #Future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楷勛 盧</dc:creator>
  <cp:lastModifiedBy>楷勛 盧</cp:lastModifiedBy>
  <cp:revision>1</cp:revision>
  <dcterms:created xsi:type="dcterms:W3CDTF">2025-11-30T06:35:25Z</dcterms:created>
  <dcterms:modified xsi:type="dcterms:W3CDTF">2025-12-17T03:40:28Z</dcterms:modified>
</cp:coreProperties>
</file>